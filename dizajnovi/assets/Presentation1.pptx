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svg" ContentType="image/svg"/>
  <Override PartName="/ppt/media/image5.png" ContentType="image/png"/>
  <Override PartName="/ppt/media/image3.png" ContentType="image/png"/>
  <Override PartName="/ppt/media/image4.svg" ContentType="image/sv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AFF9A2-CC15-46F2-BD9D-0BC1FFFAB7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05D0749-A5CB-4AC7-8BA7-5257949600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DCAF3A4-9290-41A3-9019-EA8D60BF39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1F47275-601E-4E3E-98C0-E3C3F20318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BBDB42E-FA5F-466B-9334-4EC371805D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FAE9DD7-BA3A-47D7-9B22-A353D1C7C2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CA212A7-64F2-42FE-8E31-B4489AE8C04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3725588-62E2-40E4-AAB4-91658602BB4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9BD5CF5-62E5-49F4-B6A2-AC351A95C2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CBD9C47-CEC7-4B56-A0C3-F624239101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78F5BB2-8831-4919-A466-48FB174421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4BBD89-54B5-455F-9910-95B5047DB75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62ABE7-6828-47DB-BE49-2E5A647D9E6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279D97-E6B3-4730-99BF-43A0593BF69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B0E3ED-F416-4BD1-BFBF-5BCE040918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6FB167-F24C-40E6-B5EE-C4CF9869B6C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FABF41-491A-4E07-BAE7-EB7EFDC736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3C879F-03C9-4DFB-AF3C-A53B9B172A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55D508-0140-41AF-A35A-69B86DF7255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503E1A-9A78-40AE-B00A-F79FCD5C097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F992E8-681C-47A0-8D0D-08E25CBAF35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Calibri Light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09C378-1ACD-4628-9B02-4DBDC4491B0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c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raphic 8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14400" y="2773800"/>
            <a:ext cx="3657600" cy="685800"/>
          </a:xfrm>
          <a:prstGeom prst="rect">
            <a:avLst/>
          </a:prstGeom>
          <a:ln w="0">
            <a:noFill/>
          </a:ln>
        </p:spPr>
      </p:pic>
      <p:sp>
        <p:nvSpPr>
          <p:cNvPr id="70" name="Rectangle 9"/>
          <p:cNvSpPr/>
          <p:nvPr/>
        </p:nvSpPr>
        <p:spPr>
          <a:xfrm>
            <a:off x="-1600200" y="4565160"/>
            <a:ext cx="914040" cy="20642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" name="Graphic 2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 rot="1800000">
            <a:off x="6230160" y="550800"/>
            <a:ext cx="4561200" cy="9131760"/>
          </a:xfrm>
          <a:prstGeom prst="rect">
            <a:avLst/>
          </a:prstGeom>
          <a:ln w="0">
            <a:noFill/>
          </a:ln>
        </p:spPr>
      </p:pic>
      <p:sp>
        <p:nvSpPr>
          <p:cNvPr id="72" name="Rectangle 24"/>
          <p:cNvSpPr/>
          <p:nvPr/>
        </p:nvSpPr>
        <p:spPr>
          <a:xfrm>
            <a:off x="-914040" y="6401160"/>
            <a:ext cx="914040" cy="9140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73" name="Graphic 25"/>
          <p:cNvGrpSpPr/>
          <p:nvPr/>
        </p:nvGrpSpPr>
        <p:grpSpPr>
          <a:xfrm>
            <a:off x="10040760" y="3240720"/>
            <a:ext cx="1251720" cy="1464120"/>
            <a:chOff x="10040760" y="3240720"/>
            <a:chExt cx="1251720" cy="1464120"/>
          </a:xfrm>
        </p:grpSpPr>
        <p:sp>
          <p:nvSpPr>
            <p:cNvPr id="74" name="Freeform: Shape 30"/>
            <p:cNvSpPr/>
            <p:nvPr/>
          </p:nvSpPr>
          <p:spPr>
            <a:xfrm rot="1379400">
              <a:off x="10239480" y="3700080"/>
              <a:ext cx="1035000" cy="204480"/>
            </a:xfrm>
            <a:custGeom>
              <a:avLst/>
              <a:gdLst>
                <a:gd name="textAreaLeft" fmla="*/ 0 w 1035000"/>
                <a:gd name="textAreaRight" fmla="*/ 1035360 w 1035000"/>
                <a:gd name="textAreaTop" fmla="*/ 0 h 204480"/>
                <a:gd name="textAreaBottom" fmla="*/ 204840 h 204480"/>
              </a:gdLst>
              <a:ahLst/>
              <a:rect l="textAreaLeft" t="textAreaTop" r="textAreaRight" b="textAreaBottom"/>
              <a:pathLst>
                <a:path w="1257300" h="247650">
                  <a:moveTo>
                    <a:pt x="284816" y="4762"/>
                  </a:moveTo>
                  <a:lnTo>
                    <a:pt x="74599" y="4762"/>
                  </a:lnTo>
                  <a:lnTo>
                    <a:pt x="41452" y="173365"/>
                  </a:lnTo>
                  <a:cubicBezTo>
                    <a:pt x="40405" y="178803"/>
                    <a:pt x="34594" y="184223"/>
                    <a:pt x="28784" y="184223"/>
                  </a:cubicBezTo>
                  <a:lnTo>
                    <a:pt x="10591" y="184223"/>
                  </a:lnTo>
                  <a:lnTo>
                    <a:pt x="3257" y="221428"/>
                  </a:lnTo>
                  <a:lnTo>
                    <a:pt x="3924" y="217475"/>
                  </a:lnTo>
                  <a:lnTo>
                    <a:pt x="-1029" y="243259"/>
                  </a:lnTo>
                  <a:lnTo>
                    <a:pt x="24308" y="243259"/>
                  </a:lnTo>
                  <a:cubicBezTo>
                    <a:pt x="70504" y="243259"/>
                    <a:pt x="96507" y="224256"/>
                    <a:pt x="105080" y="181175"/>
                  </a:cubicBezTo>
                  <a:lnTo>
                    <a:pt x="128035" y="63789"/>
                  </a:lnTo>
                  <a:lnTo>
                    <a:pt x="208140" y="63789"/>
                  </a:lnTo>
                  <a:lnTo>
                    <a:pt x="173184" y="242240"/>
                  </a:lnTo>
                  <a:lnTo>
                    <a:pt x="238239" y="242240"/>
                  </a:lnTo>
                  <a:close/>
                  <a:moveTo>
                    <a:pt x="463505" y="63789"/>
                  </a:moveTo>
                  <a:lnTo>
                    <a:pt x="475221" y="4762"/>
                  </a:lnTo>
                  <a:lnTo>
                    <a:pt x="322440" y="4762"/>
                  </a:lnTo>
                  <a:lnTo>
                    <a:pt x="275958" y="242240"/>
                  </a:lnTo>
                  <a:lnTo>
                    <a:pt x="433787" y="242240"/>
                  </a:lnTo>
                  <a:lnTo>
                    <a:pt x="445408" y="183204"/>
                  </a:lnTo>
                  <a:lnTo>
                    <a:pt x="352634" y="183204"/>
                  </a:lnTo>
                  <a:lnTo>
                    <a:pt x="359492" y="147923"/>
                  </a:lnTo>
                  <a:lnTo>
                    <a:pt x="436455" y="147923"/>
                  </a:lnTo>
                  <a:lnTo>
                    <a:pt x="447408" y="91945"/>
                  </a:lnTo>
                  <a:lnTo>
                    <a:pt x="370446" y="91945"/>
                  </a:lnTo>
                  <a:lnTo>
                    <a:pt x="375875" y="63789"/>
                  </a:lnTo>
                  <a:close/>
                  <a:moveTo>
                    <a:pt x="628573" y="117396"/>
                  </a:moveTo>
                  <a:lnTo>
                    <a:pt x="628573" y="116710"/>
                  </a:lnTo>
                  <a:cubicBezTo>
                    <a:pt x="663435" y="107213"/>
                    <a:pt x="681628" y="86525"/>
                    <a:pt x="681628" y="57350"/>
                  </a:cubicBezTo>
                  <a:cubicBezTo>
                    <a:pt x="681628" y="20707"/>
                    <a:pt x="652481" y="4762"/>
                    <a:pt x="607999" y="4762"/>
                  </a:cubicBezTo>
                  <a:lnTo>
                    <a:pt x="509415" y="4762"/>
                  </a:lnTo>
                  <a:lnTo>
                    <a:pt x="462838" y="242240"/>
                  </a:lnTo>
                  <a:lnTo>
                    <a:pt x="568662" y="242240"/>
                  </a:lnTo>
                  <a:cubicBezTo>
                    <a:pt x="623049" y="242240"/>
                    <a:pt x="669627" y="222218"/>
                    <a:pt x="669627" y="169297"/>
                  </a:cubicBezTo>
                  <a:cubicBezTo>
                    <a:pt x="669627" y="135369"/>
                    <a:pt x="650481" y="121805"/>
                    <a:pt x="628573" y="117396"/>
                  </a:cubicBezTo>
                  <a:close/>
                  <a:moveTo>
                    <a:pt x="585425" y="99079"/>
                  </a:moveTo>
                  <a:lnTo>
                    <a:pt x="555993" y="99079"/>
                  </a:lnTo>
                  <a:lnTo>
                    <a:pt x="564184" y="58026"/>
                  </a:lnTo>
                  <a:lnTo>
                    <a:pt x="590187" y="58026"/>
                  </a:lnTo>
                  <a:cubicBezTo>
                    <a:pt x="605238" y="58026"/>
                    <a:pt x="615905" y="63789"/>
                    <a:pt x="615905" y="76686"/>
                  </a:cubicBezTo>
                  <a:cubicBezTo>
                    <a:pt x="615905" y="88220"/>
                    <a:pt x="607714" y="99079"/>
                    <a:pt x="585425" y="99079"/>
                  </a:cubicBezTo>
                  <a:close/>
                  <a:moveTo>
                    <a:pt x="569328" y="188976"/>
                  </a:moveTo>
                  <a:lnTo>
                    <a:pt x="538563" y="188976"/>
                  </a:lnTo>
                  <a:lnTo>
                    <a:pt x="547420" y="143513"/>
                  </a:lnTo>
                  <a:lnTo>
                    <a:pt x="574091" y="143513"/>
                  </a:lnTo>
                  <a:cubicBezTo>
                    <a:pt x="593998" y="143513"/>
                    <a:pt x="604285" y="148609"/>
                    <a:pt x="604285" y="163535"/>
                  </a:cubicBezTo>
                  <a:cubicBezTo>
                    <a:pt x="604285" y="177441"/>
                    <a:pt x="595045" y="188976"/>
                    <a:pt x="569328" y="188976"/>
                  </a:cubicBezTo>
                  <a:close/>
                  <a:moveTo>
                    <a:pt x="808691" y="247326"/>
                  </a:moveTo>
                  <a:cubicBezTo>
                    <a:pt x="892226" y="247326"/>
                    <a:pt x="947281" y="186938"/>
                    <a:pt x="947281" y="112643"/>
                  </a:cubicBezTo>
                  <a:cubicBezTo>
                    <a:pt x="947281" y="43100"/>
                    <a:pt x="898988" y="-324"/>
                    <a:pt x="828123" y="-324"/>
                  </a:cubicBezTo>
                  <a:cubicBezTo>
                    <a:pt x="744588" y="-324"/>
                    <a:pt x="689534" y="60055"/>
                    <a:pt x="689534" y="134360"/>
                  </a:cubicBezTo>
                  <a:cubicBezTo>
                    <a:pt x="689534" y="203902"/>
                    <a:pt x="737731" y="247326"/>
                    <a:pt x="808691" y="247326"/>
                  </a:cubicBezTo>
                  <a:close/>
                  <a:moveTo>
                    <a:pt x="812786" y="184566"/>
                  </a:moveTo>
                  <a:cubicBezTo>
                    <a:pt x="776497" y="184566"/>
                    <a:pt x="756304" y="163535"/>
                    <a:pt x="756304" y="131645"/>
                  </a:cubicBezTo>
                  <a:cubicBezTo>
                    <a:pt x="756304" y="100774"/>
                    <a:pt x="775449" y="62436"/>
                    <a:pt x="824026" y="62436"/>
                  </a:cubicBezTo>
                  <a:cubicBezTo>
                    <a:pt x="860317" y="62436"/>
                    <a:pt x="880510" y="83467"/>
                    <a:pt x="880510" y="115357"/>
                  </a:cubicBezTo>
                  <a:cubicBezTo>
                    <a:pt x="880510" y="146228"/>
                    <a:pt x="861365" y="184566"/>
                    <a:pt x="812786" y="184566"/>
                  </a:cubicBezTo>
                  <a:close/>
                  <a:moveTo>
                    <a:pt x="1230459" y="4762"/>
                  </a:moveTo>
                  <a:lnTo>
                    <a:pt x="1182166" y="4762"/>
                  </a:lnTo>
                  <a:lnTo>
                    <a:pt x="1116730" y="111623"/>
                  </a:lnTo>
                  <a:lnTo>
                    <a:pt x="1116444" y="111623"/>
                  </a:lnTo>
                  <a:lnTo>
                    <a:pt x="1092155" y="4762"/>
                  </a:lnTo>
                  <a:lnTo>
                    <a:pt x="1043863" y="4762"/>
                  </a:lnTo>
                  <a:lnTo>
                    <a:pt x="934802" y="216465"/>
                  </a:lnTo>
                  <a:lnTo>
                    <a:pt x="929849" y="242240"/>
                  </a:lnTo>
                  <a:lnTo>
                    <a:pt x="1000048" y="242240"/>
                  </a:lnTo>
                  <a:lnTo>
                    <a:pt x="1056818" y="120444"/>
                  </a:lnTo>
                  <a:lnTo>
                    <a:pt x="1057580" y="120444"/>
                  </a:lnTo>
                  <a:lnTo>
                    <a:pt x="1080154" y="210007"/>
                  </a:lnTo>
                  <a:lnTo>
                    <a:pt x="1122255" y="210007"/>
                  </a:lnTo>
                  <a:lnTo>
                    <a:pt x="1178356" y="120444"/>
                  </a:lnTo>
                  <a:lnTo>
                    <a:pt x="1179119" y="120444"/>
                  </a:lnTo>
                  <a:lnTo>
                    <a:pt x="1189310" y="242240"/>
                  </a:lnTo>
                  <a:lnTo>
                    <a:pt x="1251318" y="242240"/>
                  </a:lnTo>
                  <a:lnTo>
                    <a:pt x="1256271" y="216465"/>
                  </a:lnTo>
                  <a:close/>
                </a:path>
              </a:pathLst>
            </a:custGeom>
            <a:solidFill>
              <a:srgbClr val="61299f">
                <a:alpha val="33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5" name="Freeform: Shape 31"/>
            <p:cNvSpPr/>
            <p:nvPr/>
          </p:nvSpPr>
          <p:spPr>
            <a:xfrm rot="1379400">
              <a:off x="10250640" y="3680640"/>
              <a:ext cx="1035000" cy="212040"/>
            </a:xfrm>
            <a:custGeom>
              <a:avLst/>
              <a:gdLst>
                <a:gd name="textAreaLeft" fmla="*/ 0 w 1035000"/>
                <a:gd name="textAreaRight" fmla="*/ 1035360 w 1035000"/>
                <a:gd name="textAreaTop" fmla="*/ 0 h 212040"/>
                <a:gd name="textAreaBottom" fmla="*/ 212400 h 212040"/>
              </a:gdLst>
              <a:ahLst/>
              <a:rect l="textAreaLeft" t="textAreaTop" r="textAreaRight" b="textAreaBottom"/>
              <a:pathLst>
                <a:path w="1247775" h="257175">
                  <a:moveTo>
                    <a:pt x="282626" y="4963"/>
                  </a:moveTo>
                  <a:lnTo>
                    <a:pt x="74028" y="4963"/>
                  </a:lnTo>
                  <a:lnTo>
                    <a:pt x="41072" y="180061"/>
                  </a:lnTo>
                  <a:cubicBezTo>
                    <a:pt x="40024" y="185690"/>
                    <a:pt x="34308" y="191329"/>
                    <a:pt x="28498" y="191329"/>
                  </a:cubicBezTo>
                  <a:lnTo>
                    <a:pt x="10496" y="191329"/>
                  </a:lnTo>
                  <a:cubicBezTo>
                    <a:pt x="8210" y="204502"/>
                    <a:pt x="5924" y="212817"/>
                    <a:pt x="3829" y="223761"/>
                  </a:cubicBezTo>
                  <a:cubicBezTo>
                    <a:pt x="2018" y="233439"/>
                    <a:pt x="400" y="246088"/>
                    <a:pt x="-1029" y="252631"/>
                  </a:cubicBezTo>
                  <a:lnTo>
                    <a:pt x="24117" y="252631"/>
                  </a:lnTo>
                  <a:cubicBezTo>
                    <a:pt x="69932" y="252631"/>
                    <a:pt x="95745" y="232905"/>
                    <a:pt x="104318" y="188157"/>
                  </a:cubicBezTo>
                  <a:lnTo>
                    <a:pt x="127082" y="66265"/>
                  </a:lnTo>
                  <a:lnTo>
                    <a:pt x="206521" y="66265"/>
                  </a:lnTo>
                  <a:lnTo>
                    <a:pt x="171850" y="251574"/>
                  </a:lnTo>
                  <a:lnTo>
                    <a:pt x="236430" y="251574"/>
                  </a:lnTo>
                  <a:close/>
                  <a:moveTo>
                    <a:pt x="459981" y="66265"/>
                  </a:moveTo>
                  <a:lnTo>
                    <a:pt x="471601" y="4963"/>
                  </a:lnTo>
                  <a:lnTo>
                    <a:pt x="320058" y="4963"/>
                  </a:lnTo>
                  <a:lnTo>
                    <a:pt x="273862" y="251574"/>
                  </a:lnTo>
                  <a:lnTo>
                    <a:pt x="430454" y="251574"/>
                  </a:lnTo>
                  <a:lnTo>
                    <a:pt x="441979" y="190271"/>
                  </a:lnTo>
                  <a:lnTo>
                    <a:pt x="349967" y="190271"/>
                  </a:lnTo>
                  <a:lnTo>
                    <a:pt x="356731" y="153638"/>
                  </a:lnTo>
                  <a:lnTo>
                    <a:pt x="433215" y="153638"/>
                  </a:lnTo>
                  <a:lnTo>
                    <a:pt x="444074" y="95507"/>
                  </a:lnTo>
                  <a:lnTo>
                    <a:pt x="367588" y="95507"/>
                  </a:lnTo>
                  <a:lnTo>
                    <a:pt x="373018" y="66265"/>
                  </a:lnTo>
                  <a:close/>
                  <a:moveTo>
                    <a:pt x="623811" y="121930"/>
                  </a:moveTo>
                  <a:lnTo>
                    <a:pt x="623811" y="121225"/>
                  </a:lnTo>
                  <a:cubicBezTo>
                    <a:pt x="655624" y="112157"/>
                    <a:pt x="674580" y="88763"/>
                    <a:pt x="677532" y="65322"/>
                  </a:cubicBezTo>
                  <a:cubicBezTo>
                    <a:pt x="681342" y="35185"/>
                    <a:pt x="658768" y="4963"/>
                    <a:pt x="603427" y="4963"/>
                  </a:cubicBezTo>
                  <a:lnTo>
                    <a:pt x="505511" y="4963"/>
                  </a:lnTo>
                  <a:lnTo>
                    <a:pt x="459314" y="251574"/>
                  </a:lnTo>
                  <a:lnTo>
                    <a:pt x="564280" y="251574"/>
                  </a:lnTo>
                  <a:cubicBezTo>
                    <a:pt x="618382" y="251574"/>
                    <a:pt x="664578" y="230781"/>
                    <a:pt x="664578" y="175832"/>
                  </a:cubicBezTo>
                  <a:cubicBezTo>
                    <a:pt x="664578" y="140599"/>
                    <a:pt x="645528" y="126511"/>
                    <a:pt x="623811" y="121930"/>
                  </a:cubicBezTo>
                  <a:close/>
                  <a:moveTo>
                    <a:pt x="580948" y="102908"/>
                  </a:moveTo>
                  <a:lnTo>
                    <a:pt x="551707" y="102908"/>
                  </a:lnTo>
                  <a:lnTo>
                    <a:pt x="559898" y="60274"/>
                  </a:lnTo>
                  <a:lnTo>
                    <a:pt x="585711" y="60274"/>
                  </a:lnTo>
                  <a:cubicBezTo>
                    <a:pt x="600666" y="60274"/>
                    <a:pt x="611238" y="66265"/>
                    <a:pt x="611238" y="79648"/>
                  </a:cubicBezTo>
                  <a:cubicBezTo>
                    <a:pt x="611238" y="91631"/>
                    <a:pt x="603047" y="102908"/>
                    <a:pt x="580948" y="102908"/>
                  </a:cubicBezTo>
                  <a:close/>
                  <a:moveTo>
                    <a:pt x="565042" y="196263"/>
                  </a:moveTo>
                  <a:lnTo>
                    <a:pt x="534466" y="196263"/>
                  </a:lnTo>
                  <a:lnTo>
                    <a:pt x="543230" y="149057"/>
                  </a:lnTo>
                  <a:lnTo>
                    <a:pt x="569709" y="149057"/>
                  </a:lnTo>
                  <a:cubicBezTo>
                    <a:pt x="589426" y="149057"/>
                    <a:pt x="599618" y="154343"/>
                    <a:pt x="599618" y="169840"/>
                  </a:cubicBezTo>
                  <a:cubicBezTo>
                    <a:pt x="599618" y="184280"/>
                    <a:pt x="590473" y="196263"/>
                    <a:pt x="565042" y="196263"/>
                  </a:cubicBezTo>
                  <a:close/>
                  <a:moveTo>
                    <a:pt x="802500" y="256851"/>
                  </a:moveTo>
                  <a:cubicBezTo>
                    <a:pt x="885368" y="256851"/>
                    <a:pt x="940137" y="194148"/>
                    <a:pt x="940137" y="116996"/>
                  </a:cubicBezTo>
                  <a:cubicBezTo>
                    <a:pt x="940137" y="44777"/>
                    <a:pt x="892226" y="-324"/>
                    <a:pt x="821836" y="-324"/>
                  </a:cubicBezTo>
                  <a:cubicBezTo>
                    <a:pt x="738968" y="-324"/>
                    <a:pt x="684294" y="62389"/>
                    <a:pt x="684294" y="139541"/>
                  </a:cubicBezTo>
                  <a:cubicBezTo>
                    <a:pt x="684294" y="211760"/>
                    <a:pt x="732205" y="256851"/>
                    <a:pt x="802500" y="256851"/>
                  </a:cubicBezTo>
                  <a:close/>
                  <a:moveTo>
                    <a:pt x="806596" y="191681"/>
                  </a:moveTo>
                  <a:cubicBezTo>
                    <a:pt x="770591" y="191681"/>
                    <a:pt x="750494" y="169840"/>
                    <a:pt x="750494" y="136722"/>
                  </a:cubicBezTo>
                  <a:cubicBezTo>
                    <a:pt x="750494" y="104670"/>
                    <a:pt x="769544" y="64856"/>
                    <a:pt x="817740" y="64856"/>
                  </a:cubicBezTo>
                  <a:cubicBezTo>
                    <a:pt x="853840" y="64856"/>
                    <a:pt x="873842" y="86697"/>
                    <a:pt x="873842" y="119815"/>
                  </a:cubicBezTo>
                  <a:cubicBezTo>
                    <a:pt x="873842" y="151876"/>
                    <a:pt x="854792" y="191681"/>
                    <a:pt x="806596" y="191681"/>
                  </a:cubicBezTo>
                  <a:close/>
                  <a:moveTo>
                    <a:pt x="1221124" y="4963"/>
                  </a:moveTo>
                  <a:lnTo>
                    <a:pt x="1173213" y="4963"/>
                  </a:lnTo>
                  <a:lnTo>
                    <a:pt x="1108252" y="115938"/>
                  </a:lnTo>
                  <a:lnTo>
                    <a:pt x="1107967" y="115938"/>
                  </a:lnTo>
                  <a:lnTo>
                    <a:pt x="1083773" y="4963"/>
                  </a:lnTo>
                  <a:lnTo>
                    <a:pt x="1035862" y="4963"/>
                  </a:lnTo>
                  <a:lnTo>
                    <a:pt x="927659" y="222704"/>
                  </a:lnTo>
                  <a:lnTo>
                    <a:pt x="922801" y="251574"/>
                  </a:lnTo>
                  <a:lnTo>
                    <a:pt x="992429" y="251574"/>
                  </a:lnTo>
                  <a:lnTo>
                    <a:pt x="1048816" y="125101"/>
                  </a:lnTo>
                  <a:lnTo>
                    <a:pt x="1049484" y="125101"/>
                  </a:lnTo>
                  <a:lnTo>
                    <a:pt x="1071963" y="218103"/>
                  </a:lnTo>
                  <a:lnTo>
                    <a:pt x="1113682" y="218103"/>
                  </a:lnTo>
                  <a:lnTo>
                    <a:pt x="1169403" y="125101"/>
                  </a:lnTo>
                  <a:lnTo>
                    <a:pt x="1170069" y="125101"/>
                  </a:lnTo>
                  <a:lnTo>
                    <a:pt x="1180357" y="251574"/>
                  </a:lnTo>
                  <a:lnTo>
                    <a:pt x="1241793" y="251574"/>
                  </a:lnTo>
                  <a:lnTo>
                    <a:pt x="1246746" y="222704"/>
                  </a:lnTo>
                  <a:close/>
                </a:path>
              </a:pathLst>
            </a:custGeom>
            <a:solidFill>
              <a:srgbClr val="61299f">
                <a:alpha val="67000"/>
              </a:srgbClr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6" name="Freeform: Shape 32"/>
            <p:cNvSpPr/>
            <p:nvPr/>
          </p:nvSpPr>
          <p:spPr>
            <a:xfrm rot="1380000">
              <a:off x="10409040" y="3267360"/>
              <a:ext cx="180720" cy="212400"/>
            </a:xfrm>
            <a:custGeom>
              <a:avLst/>
              <a:gdLst>
                <a:gd name="textAreaLeft" fmla="*/ 0 w 180720"/>
                <a:gd name="textAreaRight" fmla="*/ 181080 w 180720"/>
                <a:gd name="textAreaTop" fmla="*/ 0 h 212400"/>
                <a:gd name="textAreaBottom" fmla="*/ 212760 h 212400"/>
              </a:gdLst>
              <a:ahLst/>
              <a:rect l="textAreaLeft" t="textAreaTop" r="textAreaRight" b="textAreaBottom"/>
              <a:pathLst>
                <a:path w="219075" h="257175">
                  <a:moveTo>
                    <a:pt x="129940" y="256851"/>
                  </a:moveTo>
                  <a:cubicBezTo>
                    <a:pt x="167658" y="256851"/>
                    <a:pt x="196901" y="244878"/>
                    <a:pt x="218046" y="229724"/>
                  </a:cubicBezTo>
                  <a:lnTo>
                    <a:pt x="184042" y="172307"/>
                  </a:lnTo>
                  <a:cubicBezTo>
                    <a:pt x="167658" y="183928"/>
                    <a:pt x="152705" y="190976"/>
                    <a:pt x="131940" y="190976"/>
                  </a:cubicBezTo>
                  <a:cubicBezTo>
                    <a:pt x="96888" y="190976"/>
                    <a:pt x="66980" y="169135"/>
                    <a:pt x="66980" y="128264"/>
                  </a:cubicBezTo>
                  <a:cubicBezTo>
                    <a:pt x="66980" y="87401"/>
                    <a:pt x="96888" y="65561"/>
                    <a:pt x="131940" y="65561"/>
                  </a:cubicBezTo>
                  <a:cubicBezTo>
                    <a:pt x="152705" y="65561"/>
                    <a:pt x="167658" y="72609"/>
                    <a:pt x="184042" y="84230"/>
                  </a:cubicBezTo>
                  <a:lnTo>
                    <a:pt x="218046" y="26803"/>
                  </a:lnTo>
                  <a:cubicBezTo>
                    <a:pt x="196901" y="11658"/>
                    <a:pt x="167658" y="-324"/>
                    <a:pt x="129940" y="-324"/>
                  </a:cubicBezTo>
                  <a:cubicBezTo>
                    <a:pt x="56121" y="-324"/>
                    <a:pt x="-1029" y="46530"/>
                    <a:pt x="-1029" y="128264"/>
                  </a:cubicBezTo>
                  <a:cubicBezTo>
                    <a:pt x="-1029" y="209998"/>
                    <a:pt x="56121" y="256851"/>
                    <a:pt x="129940" y="256851"/>
                  </a:cubicBezTo>
                  <a:close/>
                </a:path>
              </a:pathLst>
            </a:custGeom>
            <a:solidFill>
              <a:srgbClr val="61299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Freeform: Shape 33"/>
            <p:cNvSpPr/>
            <p:nvPr/>
          </p:nvSpPr>
          <p:spPr>
            <a:xfrm rot="1380000">
              <a:off x="10262160" y="3667320"/>
              <a:ext cx="1031400" cy="204480"/>
            </a:xfrm>
            <a:custGeom>
              <a:avLst/>
              <a:gdLst>
                <a:gd name="textAreaLeft" fmla="*/ 0 w 1031400"/>
                <a:gd name="textAreaRight" fmla="*/ 1031760 w 1031400"/>
                <a:gd name="textAreaTop" fmla="*/ 0 h 204480"/>
                <a:gd name="textAreaBottom" fmla="*/ 204840 h 204480"/>
              </a:gdLst>
              <a:ahLst/>
              <a:rect l="textAreaLeft" t="textAreaTop" r="textAreaRight" b="textAreaBottom"/>
              <a:pathLst>
                <a:path w="1247775" h="247650">
                  <a:moveTo>
                    <a:pt x="283769" y="4762"/>
                  </a:moveTo>
                  <a:lnTo>
                    <a:pt x="74314" y="4762"/>
                  </a:lnTo>
                  <a:lnTo>
                    <a:pt x="41261" y="173374"/>
                  </a:lnTo>
                  <a:cubicBezTo>
                    <a:pt x="40214" y="178794"/>
                    <a:pt x="34404" y="184223"/>
                    <a:pt x="28594" y="184223"/>
                  </a:cubicBezTo>
                  <a:lnTo>
                    <a:pt x="10591" y="184223"/>
                  </a:lnTo>
                  <a:lnTo>
                    <a:pt x="-1029" y="243259"/>
                  </a:lnTo>
                  <a:lnTo>
                    <a:pt x="24212" y="243259"/>
                  </a:lnTo>
                  <a:cubicBezTo>
                    <a:pt x="70218" y="243259"/>
                    <a:pt x="96126" y="224256"/>
                    <a:pt x="104698" y="181175"/>
                  </a:cubicBezTo>
                  <a:lnTo>
                    <a:pt x="127559" y="63789"/>
                  </a:lnTo>
                  <a:lnTo>
                    <a:pt x="207378" y="63789"/>
                  </a:lnTo>
                  <a:lnTo>
                    <a:pt x="172612" y="242240"/>
                  </a:lnTo>
                  <a:lnTo>
                    <a:pt x="237382" y="242240"/>
                  </a:lnTo>
                  <a:close/>
                  <a:moveTo>
                    <a:pt x="461790" y="63789"/>
                  </a:moveTo>
                  <a:lnTo>
                    <a:pt x="473412" y="4762"/>
                  </a:lnTo>
                  <a:lnTo>
                    <a:pt x="321297" y="4762"/>
                  </a:lnTo>
                  <a:lnTo>
                    <a:pt x="274910" y="242240"/>
                  </a:lnTo>
                  <a:lnTo>
                    <a:pt x="432168" y="242240"/>
                  </a:lnTo>
                  <a:lnTo>
                    <a:pt x="443788" y="183204"/>
                  </a:lnTo>
                  <a:lnTo>
                    <a:pt x="351301" y="183204"/>
                  </a:lnTo>
                  <a:lnTo>
                    <a:pt x="358158" y="147923"/>
                  </a:lnTo>
                  <a:lnTo>
                    <a:pt x="434930" y="147923"/>
                  </a:lnTo>
                  <a:lnTo>
                    <a:pt x="445789" y="91945"/>
                  </a:lnTo>
                  <a:lnTo>
                    <a:pt x="369017" y="91945"/>
                  </a:lnTo>
                  <a:lnTo>
                    <a:pt x="374542" y="63789"/>
                  </a:lnTo>
                  <a:close/>
                  <a:moveTo>
                    <a:pt x="626287" y="117396"/>
                  </a:moveTo>
                  <a:lnTo>
                    <a:pt x="626287" y="116710"/>
                  </a:lnTo>
                  <a:cubicBezTo>
                    <a:pt x="661054" y="107213"/>
                    <a:pt x="679152" y="86525"/>
                    <a:pt x="679152" y="57341"/>
                  </a:cubicBezTo>
                  <a:cubicBezTo>
                    <a:pt x="679152" y="20707"/>
                    <a:pt x="650100" y="4762"/>
                    <a:pt x="605808" y="4762"/>
                  </a:cubicBezTo>
                  <a:lnTo>
                    <a:pt x="507511" y="4762"/>
                  </a:lnTo>
                  <a:lnTo>
                    <a:pt x="461124" y="242240"/>
                  </a:lnTo>
                  <a:lnTo>
                    <a:pt x="566565" y="242240"/>
                  </a:lnTo>
                  <a:cubicBezTo>
                    <a:pt x="620763" y="242240"/>
                    <a:pt x="667150" y="222218"/>
                    <a:pt x="667150" y="169297"/>
                  </a:cubicBezTo>
                  <a:cubicBezTo>
                    <a:pt x="667150" y="135379"/>
                    <a:pt x="648100" y="121805"/>
                    <a:pt x="626287" y="117396"/>
                  </a:cubicBezTo>
                  <a:close/>
                  <a:moveTo>
                    <a:pt x="583234" y="99069"/>
                  </a:moveTo>
                  <a:lnTo>
                    <a:pt x="553898" y="99069"/>
                  </a:lnTo>
                  <a:lnTo>
                    <a:pt x="562089" y="58026"/>
                  </a:lnTo>
                  <a:lnTo>
                    <a:pt x="588092" y="58026"/>
                  </a:lnTo>
                  <a:cubicBezTo>
                    <a:pt x="603047" y="58026"/>
                    <a:pt x="613620" y="63789"/>
                    <a:pt x="613620" y="76686"/>
                  </a:cubicBezTo>
                  <a:cubicBezTo>
                    <a:pt x="613620" y="88220"/>
                    <a:pt x="605428" y="99069"/>
                    <a:pt x="583234" y="99069"/>
                  </a:cubicBezTo>
                  <a:close/>
                  <a:moveTo>
                    <a:pt x="567233" y="188976"/>
                  </a:moveTo>
                  <a:lnTo>
                    <a:pt x="536561" y="188976"/>
                  </a:lnTo>
                  <a:lnTo>
                    <a:pt x="545420" y="143513"/>
                  </a:lnTo>
                  <a:lnTo>
                    <a:pt x="571995" y="143513"/>
                  </a:lnTo>
                  <a:cubicBezTo>
                    <a:pt x="591807" y="143513"/>
                    <a:pt x="601999" y="148609"/>
                    <a:pt x="601999" y="163525"/>
                  </a:cubicBezTo>
                  <a:cubicBezTo>
                    <a:pt x="601999" y="177441"/>
                    <a:pt x="592855" y="188976"/>
                    <a:pt x="567233" y="188976"/>
                  </a:cubicBezTo>
                  <a:close/>
                  <a:moveTo>
                    <a:pt x="805643" y="247326"/>
                  </a:moveTo>
                  <a:cubicBezTo>
                    <a:pt x="888892" y="247326"/>
                    <a:pt x="943851" y="186938"/>
                    <a:pt x="943851" y="112643"/>
                  </a:cubicBezTo>
                  <a:cubicBezTo>
                    <a:pt x="943851" y="43100"/>
                    <a:pt x="895750" y="-324"/>
                    <a:pt x="825074" y="-324"/>
                  </a:cubicBezTo>
                  <a:cubicBezTo>
                    <a:pt x="741921" y="-324"/>
                    <a:pt x="686962" y="60064"/>
                    <a:pt x="686962" y="134350"/>
                  </a:cubicBezTo>
                  <a:cubicBezTo>
                    <a:pt x="686962" y="203902"/>
                    <a:pt x="735063" y="247326"/>
                    <a:pt x="805643" y="247326"/>
                  </a:cubicBezTo>
                  <a:close/>
                  <a:moveTo>
                    <a:pt x="809739" y="184566"/>
                  </a:moveTo>
                  <a:cubicBezTo>
                    <a:pt x="773639" y="184566"/>
                    <a:pt x="753446" y="163525"/>
                    <a:pt x="753446" y="131645"/>
                  </a:cubicBezTo>
                  <a:cubicBezTo>
                    <a:pt x="753446" y="100765"/>
                    <a:pt x="772591" y="62436"/>
                    <a:pt x="820979" y="62436"/>
                  </a:cubicBezTo>
                  <a:cubicBezTo>
                    <a:pt x="857173" y="62436"/>
                    <a:pt x="877271" y="83467"/>
                    <a:pt x="877271" y="115357"/>
                  </a:cubicBezTo>
                  <a:cubicBezTo>
                    <a:pt x="877271" y="146228"/>
                    <a:pt x="858221" y="184566"/>
                    <a:pt x="809739" y="184566"/>
                  </a:cubicBezTo>
                  <a:close/>
                  <a:moveTo>
                    <a:pt x="1225887" y="4762"/>
                  </a:moveTo>
                  <a:lnTo>
                    <a:pt x="1177785" y="4762"/>
                  </a:lnTo>
                  <a:lnTo>
                    <a:pt x="1112634" y="111623"/>
                  </a:lnTo>
                  <a:lnTo>
                    <a:pt x="1112348" y="111623"/>
                  </a:lnTo>
                  <a:lnTo>
                    <a:pt x="1088155" y="4762"/>
                  </a:lnTo>
                  <a:lnTo>
                    <a:pt x="1040054" y="4762"/>
                  </a:lnTo>
                  <a:lnTo>
                    <a:pt x="926420" y="242240"/>
                  </a:lnTo>
                  <a:lnTo>
                    <a:pt x="996333" y="242240"/>
                  </a:lnTo>
                  <a:lnTo>
                    <a:pt x="1053008" y="120444"/>
                  </a:lnTo>
                  <a:lnTo>
                    <a:pt x="1053674" y="120444"/>
                  </a:lnTo>
                  <a:lnTo>
                    <a:pt x="1076153" y="210007"/>
                  </a:lnTo>
                  <a:lnTo>
                    <a:pt x="1118159" y="210007"/>
                  </a:lnTo>
                  <a:lnTo>
                    <a:pt x="1174070" y="120444"/>
                  </a:lnTo>
                  <a:lnTo>
                    <a:pt x="1174737" y="120444"/>
                  </a:lnTo>
                  <a:lnTo>
                    <a:pt x="1185024" y="242240"/>
                  </a:lnTo>
                  <a:lnTo>
                    <a:pt x="1246746" y="242240"/>
                  </a:lnTo>
                  <a:close/>
                </a:path>
              </a:pathLst>
            </a:custGeom>
            <a:solidFill>
              <a:srgbClr val="61299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8" name="Freeform: Shape 34"/>
            <p:cNvSpPr/>
            <p:nvPr/>
          </p:nvSpPr>
          <p:spPr>
            <a:xfrm rot="1380000">
              <a:off x="10178640" y="3819240"/>
              <a:ext cx="416880" cy="244080"/>
            </a:xfrm>
            <a:custGeom>
              <a:avLst/>
              <a:gdLst>
                <a:gd name="textAreaLeft" fmla="*/ 0 w 416880"/>
                <a:gd name="textAreaRight" fmla="*/ 417240 w 416880"/>
                <a:gd name="textAreaTop" fmla="*/ 0 h 244080"/>
                <a:gd name="textAreaBottom" fmla="*/ 244440 h 244080"/>
              </a:gdLst>
              <a:ahLst/>
              <a:rect l="textAreaLeft" t="textAreaTop" r="textAreaRight" b="textAreaBottom"/>
              <a:pathLst>
                <a:path w="504825" h="295275">
                  <a:moveTo>
                    <a:pt x="224333" y="195834"/>
                  </a:moveTo>
                  <a:lnTo>
                    <a:pt x="224333" y="4848"/>
                  </a:lnTo>
                  <a:lnTo>
                    <a:pt x="40118" y="4848"/>
                  </a:lnTo>
                  <a:lnTo>
                    <a:pt x="40118" y="121929"/>
                  </a:lnTo>
                  <a:cubicBezTo>
                    <a:pt x="40118" y="149209"/>
                    <a:pt x="36309" y="173040"/>
                    <a:pt x="28880" y="195834"/>
                  </a:cubicBezTo>
                  <a:lnTo>
                    <a:pt x="-1029" y="195834"/>
                  </a:lnTo>
                  <a:lnTo>
                    <a:pt x="-1029" y="294951"/>
                  </a:lnTo>
                  <a:lnTo>
                    <a:pt x="64217" y="294951"/>
                  </a:lnTo>
                  <a:lnTo>
                    <a:pt x="64217" y="251784"/>
                  </a:lnTo>
                  <a:lnTo>
                    <a:pt x="188328" y="251784"/>
                  </a:lnTo>
                  <a:lnTo>
                    <a:pt x="188328" y="294951"/>
                  </a:lnTo>
                  <a:lnTo>
                    <a:pt x="253574" y="294951"/>
                  </a:lnTo>
                  <a:lnTo>
                    <a:pt x="253574" y="195834"/>
                  </a:lnTo>
                  <a:close/>
                  <a:moveTo>
                    <a:pt x="105366" y="122615"/>
                  </a:moveTo>
                  <a:lnTo>
                    <a:pt x="105366" y="64941"/>
                  </a:lnTo>
                  <a:lnTo>
                    <a:pt x="159087" y="64941"/>
                  </a:lnTo>
                  <a:lnTo>
                    <a:pt x="159087" y="195834"/>
                  </a:lnTo>
                  <a:lnTo>
                    <a:pt x="94793" y="195834"/>
                  </a:lnTo>
                  <a:cubicBezTo>
                    <a:pt x="101937" y="173383"/>
                    <a:pt x="105366" y="149552"/>
                    <a:pt x="105366" y="122615"/>
                  </a:cubicBezTo>
                  <a:close/>
                  <a:moveTo>
                    <a:pt x="377018" y="-324"/>
                  </a:moveTo>
                  <a:cubicBezTo>
                    <a:pt x="306248" y="-324"/>
                    <a:pt x="250145" y="49749"/>
                    <a:pt x="250145" y="125730"/>
                  </a:cubicBezTo>
                  <a:cubicBezTo>
                    <a:pt x="250145" y="201701"/>
                    <a:pt x="306248" y="251784"/>
                    <a:pt x="377018" y="251784"/>
                  </a:cubicBezTo>
                  <a:cubicBezTo>
                    <a:pt x="447694" y="251784"/>
                    <a:pt x="503796" y="201701"/>
                    <a:pt x="503796" y="125730"/>
                  </a:cubicBezTo>
                  <a:cubicBezTo>
                    <a:pt x="503796" y="49749"/>
                    <a:pt x="447694" y="-324"/>
                    <a:pt x="377018" y="-324"/>
                  </a:cubicBezTo>
                  <a:close/>
                  <a:moveTo>
                    <a:pt x="377018" y="65284"/>
                  </a:moveTo>
                  <a:cubicBezTo>
                    <a:pt x="410641" y="65284"/>
                    <a:pt x="435787" y="88078"/>
                    <a:pt x="435787" y="125730"/>
                  </a:cubicBezTo>
                  <a:cubicBezTo>
                    <a:pt x="435787" y="163363"/>
                    <a:pt x="410641" y="186156"/>
                    <a:pt x="377018" y="186156"/>
                  </a:cubicBezTo>
                  <a:cubicBezTo>
                    <a:pt x="343300" y="186156"/>
                    <a:pt x="318154" y="163363"/>
                    <a:pt x="318154" y="125730"/>
                  </a:cubicBezTo>
                  <a:cubicBezTo>
                    <a:pt x="318154" y="88078"/>
                    <a:pt x="343300" y="65284"/>
                    <a:pt x="377018" y="65284"/>
                  </a:cubicBezTo>
                  <a:close/>
                </a:path>
              </a:pathLst>
            </a:custGeom>
            <a:solidFill>
              <a:srgbClr val="61299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9" name="Freeform: Shape 35"/>
            <p:cNvSpPr/>
            <p:nvPr/>
          </p:nvSpPr>
          <p:spPr>
            <a:xfrm rot="1379400">
              <a:off x="10040040" y="4247640"/>
              <a:ext cx="1180800" cy="235800"/>
            </a:xfrm>
            <a:custGeom>
              <a:avLst/>
              <a:gdLst>
                <a:gd name="textAreaLeft" fmla="*/ 0 w 1180800"/>
                <a:gd name="textAreaRight" fmla="*/ 1181160 w 1180800"/>
                <a:gd name="textAreaTop" fmla="*/ 0 h 235800"/>
                <a:gd name="textAreaBottom" fmla="*/ 236160 h 235800"/>
              </a:gdLst>
              <a:ahLst/>
              <a:rect l="textAreaLeft" t="textAreaTop" r="textAreaRight" b="textAreaBottom"/>
              <a:pathLst>
                <a:path w="1428750" h="285750">
                  <a:moveTo>
                    <a:pt x="211855" y="4686"/>
                  </a:moveTo>
                  <a:lnTo>
                    <a:pt x="-1029" y="4686"/>
                  </a:lnTo>
                  <a:lnTo>
                    <a:pt x="-1029" y="238639"/>
                  </a:lnTo>
                  <a:lnTo>
                    <a:pt x="64312" y="238639"/>
                  </a:lnTo>
                  <a:lnTo>
                    <a:pt x="64312" y="62836"/>
                  </a:lnTo>
                  <a:lnTo>
                    <a:pt x="146513" y="62836"/>
                  </a:lnTo>
                  <a:lnTo>
                    <a:pt x="146513" y="238639"/>
                  </a:lnTo>
                  <a:lnTo>
                    <a:pt x="211855" y="238639"/>
                  </a:lnTo>
                  <a:close/>
                  <a:moveTo>
                    <a:pt x="364255" y="-324"/>
                  </a:moveTo>
                  <a:cubicBezTo>
                    <a:pt x="292722" y="-324"/>
                    <a:pt x="235953" y="48130"/>
                    <a:pt x="235953" y="121663"/>
                  </a:cubicBezTo>
                  <a:cubicBezTo>
                    <a:pt x="235953" y="195186"/>
                    <a:pt x="292722" y="243649"/>
                    <a:pt x="364255" y="243649"/>
                  </a:cubicBezTo>
                  <a:cubicBezTo>
                    <a:pt x="435787" y="243649"/>
                    <a:pt x="492556" y="195186"/>
                    <a:pt x="492556" y="121663"/>
                  </a:cubicBezTo>
                  <a:cubicBezTo>
                    <a:pt x="492556" y="48130"/>
                    <a:pt x="435787" y="-324"/>
                    <a:pt x="364255" y="-324"/>
                  </a:cubicBezTo>
                  <a:close/>
                  <a:moveTo>
                    <a:pt x="364255" y="63170"/>
                  </a:moveTo>
                  <a:cubicBezTo>
                    <a:pt x="398259" y="63170"/>
                    <a:pt x="423690" y="85230"/>
                    <a:pt x="423690" y="121663"/>
                  </a:cubicBezTo>
                  <a:cubicBezTo>
                    <a:pt x="423690" y="158086"/>
                    <a:pt x="398259" y="180146"/>
                    <a:pt x="364255" y="180146"/>
                  </a:cubicBezTo>
                  <a:cubicBezTo>
                    <a:pt x="330155" y="180146"/>
                    <a:pt x="304723" y="158086"/>
                    <a:pt x="304723" y="121663"/>
                  </a:cubicBezTo>
                  <a:cubicBezTo>
                    <a:pt x="304723" y="85230"/>
                    <a:pt x="330155" y="63170"/>
                    <a:pt x="364255" y="63170"/>
                  </a:cubicBezTo>
                  <a:close/>
                  <a:moveTo>
                    <a:pt x="617334" y="80553"/>
                  </a:moveTo>
                  <a:lnTo>
                    <a:pt x="581901" y="80553"/>
                  </a:lnTo>
                  <a:lnTo>
                    <a:pt x="581901" y="58826"/>
                  </a:lnTo>
                  <a:lnTo>
                    <a:pt x="694773" y="58826"/>
                  </a:lnTo>
                  <a:lnTo>
                    <a:pt x="694773" y="4686"/>
                  </a:lnTo>
                  <a:lnTo>
                    <a:pt x="516559" y="4686"/>
                  </a:lnTo>
                  <a:lnTo>
                    <a:pt x="516559" y="238639"/>
                  </a:lnTo>
                  <a:lnTo>
                    <a:pt x="617334" y="238639"/>
                  </a:lnTo>
                  <a:cubicBezTo>
                    <a:pt x="668293" y="238639"/>
                    <a:pt x="708202" y="216579"/>
                    <a:pt x="708202" y="159763"/>
                  </a:cubicBezTo>
                  <a:cubicBezTo>
                    <a:pt x="708202" y="102613"/>
                    <a:pt x="668293" y="80553"/>
                    <a:pt x="617334" y="80553"/>
                  </a:cubicBezTo>
                  <a:close/>
                  <a:moveTo>
                    <a:pt x="612572" y="184490"/>
                  </a:moveTo>
                  <a:lnTo>
                    <a:pt x="581901" y="184490"/>
                  </a:lnTo>
                  <a:lnTo>
                    <a:pt x="581901" y="134693"/>
                  </a:lnTo>
                  <a:lnTo>
                    <a:pt x="612572" y="134693"/>
                  </a:lnTo>
                  <a:cubicBezTo>
                    <a:pt x="628002" y="134693"/>
                    <a:pt x="640766" y="141380"/>
                    <a:pt x="640766" y="159763"/>
                  </a:cubicBezTo>
                  <a:cubicBezTo>
                    <a:pt x="640766" y="177813"/>
                    <a:pt x="628002" y="184490"/>
                    <a:pt x="612572" y="184490"/>
                  </a:cubicBezTo>
                  <a:close/>
                  <a:moveTo>
                    <a:pt x="799357" y="180480"/>
                  </a:moveTo>
                  <a:lnTo>
                    <a:pt x="799357" y="145723"/>
                  </a:lnTo>
                  <a:lnTo>
                    <a:pt x="876700" y="145723"/>
                  </a:lnTo>
                  <a:lnTo>
                    <a:pt x="876700" y="90583"/>
                  </a:lnTo>
                  <a:lnTo>
                    <a:pt x="799357" y="90583"/>
                  </a:lnTo>
                  <a:lnTo>
                    <a:pt x="799357" y="62836"/>
                  </a:lnTo>
                  <a:lnTo>
                    <a:pt x="887368" y="62836"/>
                  </a:lnTo>
                  <a:lnTo>
                    <a:pt x="887368" y="4686"/>
                  </a:lnTo>
                  <a:lnTo>
                    <a:pt x="733920" y="4686"/>
                  </a:lnTo>
                  <a:lnTo>
                    <a:pt x="733920" y="238639"/>
                  </a:lnTo>
                  <a:lnTo>
                    <a:pt x="892512" y="238639"/>
                  </a:lnTo>
                  <a:lnTo>
                    <a:pt x="892512" y="180480"/>
                  </a:lnTo>
                  <a:close/>
                  <a:moveTo>
                    <a:pt x="1132637" y="189509"/>
                  </a:moveTo>
                  <a:lnTo>
                    <a:pt x="1132637" y="4686"/>
                  </a:lnTo>
                  <a:lnTo>
                    <a:pt x="946136" y="4686"/>
                  </a:lnTo>
                  <a:lnTo>
                    <a:pt x="946136" y="117986"/>
                  </a:lnTo>
                  <a:cubicBezTo>
                    <a:pt x="946136" y="144389"/>
                    <a:pt x="942423" y="167449"/>
                    <a:pt x="934802" y="189509"/>
                  </a:cubicBezTo>
                  <a:lnTo>
                    <a:pt x="904608" y="189509"/>
                  </a:lnTo>
                  <a:lnTo>
                    <a:pt x="904608" y="285426"/>
                  </a:lnTo>
                  <a:lnTo>
                    <a:pt x="970616" y="285426"/>
                  </a:lnTo>
                  <a:lnTo>
                    <a:pt x="970616" y="243649"/>
                  </a:lnTo>
                  <a:lnTo>
                    <a:pt x="1096155" y="243649"/>
                  </a:lnTo>
                  <a:lnTo>
                    <a:pt x="1096155" y="285426"/>
                  </a:lnTo>
                  <a:lnTo>
                    <a:pt x="1162164" y="285426"/>
                  </a:lnTo>
                  <a:lnTo>
                    <a:pt x="1162164" y="189509"/>
                  </a:lnTo>
                  <a:close/>
                  <a:moveTo>
                    <a:pt x="1012241" y="118653"/>
                  </a:moveTo>
                  <a:lnTo>
                    <a:pt x="1012241" y="62836"/>
                  </a:lnTo>
                  <a:lnTo>
                    <a:pt x="1066533" y="62836"/>
                  </a:lnTo>
                  <a:lnTo>
                    <a:pt x="1066533" y="189509"/>
                  </a:lnTo>
                  <a:lnTo>
                    <a:pt x="1001573" y="189509"/>
                  </a:lnTo>
                  <a:cubicBezTo>
                    <a:pt x="1008812" y="167783"/>
                    <a:pt x="1012241" y="144723"/>
                    <a:pt x="1012241" y="118653"/>
                  </a:cubicBezTo>
                  <a:close/>
                  <a:moveTo>
                    <a:pt x="1248175" y="180480"/>
                  </a:moveTo>
                  <a:lnTo>
                    <a:pt x="1248175" y="145723"/>
                  </a:lnTo>
                  <a:lnTo>
                    <a:pt x="1325518" y="145723"/>
                  </a:lnTo>
                  <a:lnTo>
                    <a:pt x="1325518" y="90583"/>
                  </a:lnTo>
                  <a:lnTo>
                    <a:pt x="1248175" y="90583"/>
                  </a:lnTo>
                  <a:lnTo>
                    <a:pt x="1248175" y="62836"/>
                  </a:lnTo>
                  <a:lnTo>
                    <a:pt x="1336186" y="62836"/>
                  </a:lnTo>
                  <a:lnTo>
                    <a:pt x="1336186" y="4686"/>
                  </a:lnTo>
                  <a:lnTo>
                    <a:pt x="1182834" y="4686"/>
                  </a:lnTo>
                  <a:lnTo>
                    <a:pt x="1182834" y="238639"/>
                  </a:lnTo>
                  <a:lnTo>
                    <a:pt x="1341330" y="238639"/>
                  </a:lnTo>
                  <a:lnTo>
                    <a:pt x="1341330" y="180480"/>
                  </a:lnTo>
                  <a:close/>
                  <a:moveTo>
                    <a:pt x="1427721" y="175803"/>
                  </a:moveTo>
                  <a:lnTo>
                    <a:pt x="1363713" y="175803"/>
                  </a:lnTo>
                  <a:lnTo>
                    <a:pt x="1363713" y="238639"/>
                  </a:lnTo>
                  <a:lnTo>
                    <a:pt x="1427721" y="238639"/>
                  </a:lnTo>
                  <a:close/>
                </a:path>
              </a:pathLst>
            </a:custGeom>
            <a:solidFill>
              <a:srgbClr val="61299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0" name=""/>
          <p:cNvSpPr txBox="1"/>
          <p:nvPr/>
        </p:nvSpPr>
        <p:spPr>
          <a:xfrm>
            <a:off x="800640" y="3584520"/>
            <a:ext cx="6884640" cy="1328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П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О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В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Е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З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И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В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А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Њ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Е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 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Р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О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Б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О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Т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С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К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Е</a:t>
            </a:r>
            <a:endParaRPr b="0" lang="en-US" sz="4200" spc="-1" strike="noStrike">
              <a:solidFill>
                <a:srgbClr val="61299f"/>
              </a:solidFill>
              <a:latin typeface="Arial"/>
            </a:endParaRPr>
          </a:p>
          <a:p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И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 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Љ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У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Д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С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К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Е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 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Ш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А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К</a:t>
            </a:r>
            <a:r>
              <a:rPr b="0" lang="en-US" sz="4200" spc="-1" strike="noStrike">
                <a:solidFill>
                  <a:srgbClr val="61299f"/>
                </a:solidFill>
                <a:latin typeface="GT Eesti Pro Display UltraBold"/>
              </a:rPr>
              <a:t>Е</a:t>
            </a:r>
            <a:endParaRPr b="0" lang="en-US" sz="4200" spc="-1" strike="noStrike">
              <a:solidFill>
                <a:srgbClr val="61299f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823680" y="5414400"/>
            <a:ext cx="4574520" cy="6627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ментори:</a:t>
            </a:r>
            <a:endParaRPr b="0" lang="en-US" sz="1300" spc="-1" strike="noStrike">
              <a:solidFill>
                <a:srgbClr val="61299f"/>
              </a:solidFill>
              <a:latin typeface="Arial"/>
            </a:endParaRPr>
          </a:p>
          <a:p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Маријан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а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Богданов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ић, дипл.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инж.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електрот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ехнике</a:t>
            </a:r>
            <a:endParaRPr b="0" lang="en-US" sz="1300" spc="-1" strike="noStrike">
              <a:solidFill>
                <a:srgbClr val="61299f"/>
              </a:solidFill>
              <a:latin typeface="Arial"/>
            </a:endParaRPr>
          </a:p>
          <a:p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Горан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Опсениц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а, инж.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електрон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ике и 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телекому</a:t>
            </a:r>
            <a:r>
              <a:rPr b="0" lang="en-US" sz="1300" spc="-1" strike="noStrike">
                <a:solidFill>
                  <a:srgbClr val="61299f"/>
                </a:solidFill>
                <a:latin typeface="GT Eesti Pro Display UltraBold"/>
              </a:rPr>
              <a:t>никација</a:t>
            </a:r>
            <a:endParaRPr b="0" lang="en-US" sz="1300" spc="-1" strike="noStrike">
              <a:solidFill>
                <a:srgbClr val="61299f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21160" y="5026680"/>
            <a:ext cx="5197680" cy="29628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pPr algn="ctr"/>
            <a:r>
              <a:rPr b="0" lang="en-US" sz="1400" spc="-1" strike="noStrike">
                <a:solidFill>
                  <a:srgbClr val="61299f"/>
                </a:solidFill>
                <a:latin typeface="GT Eesti Pro Display UltraBold"/>
              </a:rPr>
              <a:t>Вељко Иђушки</a:t>
            </a:r>
            <a:r>
              <a:rPr b="0" lang="en-US" sz="1400" spc="-1" strike="noStrike">
                <a:solidFill>
                  <a:srgbClr val="61299f"/>
                </a:solidFill>
                <a:latin typeface="GT Eesti Pro Display UltraBold"/>
              </a:rPr>
              <a:t>	</a:t>
            </a:r>
            <a:r>
              <a:rPr b="0" lang="en-US" sz="1400" spc="-1" strike="noStrike">
                <a:solidFill>
                  <a:srgbClr val="61299f"/>
                </a:solidFill>
                <a:latin typeface="GT Eesti Pro Display UltraBold"/>
              </a:rPr>
              <a:t>Алексеј Гудељ</a:t>
            </a:r>
            <a:r>
              <a:rPr b="0" lang="en-US" sz="1400" spc="-1" strike="noStrike">
                <a:solidFill>
                  <a:srgbClr val="61299f"/>
                </a:solidFill>
                <a:latin typeface="GT Eesti Pro Display UltraBold"/>
              </a:rPr>
              <a:t>	</a:t>
            </a:r>
            <a:r>
              <a:rPr b="0" lang="en-US" sz="1400" spc="-1" strike="noStrike">
                <a:solidFill>
                  <a:srgbClr val="61299f"/>
                </a:solidFill>
                <a:latin typeface="GT Eesti Pro Display UltraBold"/>
              </a:rPr>
              <a:t>Милош Мећава</a:t>
            </a:r>
            <a:endParaRPr b="0" lang="en-US" sz="1400" spc="-1" strike="noStrike">
              <a:solidFill>
                <a:srgbClr val="61299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c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raphic 1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  <a:alphaModFix amt="15000"/>
          </a:blip>
          <a:srcRect l="0" t="0" r="81241" b="0"/>
          <a:stretch/>
        </p:blipFill>
        <p:spPr>
          <a:xfrm>
            <a:off x="7086600" y="1829520"/>
            <a:ext cx="6624720" cy="6628680"/>
          </a:xfrm>
          <a:prstGeom prst="rect">
            <a:avLst/>
          </a:prstGeom>
          <a:ln w="0">
            <a:noFill/>
          </a:ln>
        </p:spPr>
      </p:pic>
      <p:sp>
        <p:nvSpPr>
          <p:cNvPr id="84" name="Rectangle 1"/>
          <p:cNvSpPr/>
          <p:nvPr/>
        </p:nvSpPr>
        <p:spPr>
          <a:xfrm>
            <a:off x="-914040" y="228600"/>
            <a:ext cx="914040" cy="3470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-914400" y="6400800"/>
            <a:ext cx="914040" cy="9140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" name="" descr=""/>
          <p:cNvPicPr/>
          <p:nvPr/>
        </p:nvPicPr>
        <p:blipFill>
          <a:blip r:embed="rId3"/>
          <a:stretch/>
        </p:blipFill>
        <p:spPr>
          <a:xfrm>
            <a:off x="846360" y="342720"/>
            <a:ext cx="4800600" cy="505080"/>
          </a:xfrm>
          <a:prstGeom prst="rect">
            <a:avLst/>
          </a:prstGeom>
          <a:ln w="0">
            <a:noFill/>
          </a:ln>
        </p:spPr>
      </p:pic>
      <p:sp>
        <p:nvSpPr>
          <p:cNvPr id="87" name=""/>
          <p:cNvSpPr txBox="1"/>
          <p:nvPr/>
        </p:nvSpPr>
        <p:spPr>
          <a:xfrm>
            <a:off x="2533320" y="3149280"/>
            <a:ext cx="7125480" cy="55980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3200" spc="-1" strike="noStrike">
                <a:solidFill>
                  <a:srgbClr val="61299f"/>
                </a:solidFill>
                <a:latin typeface="GT Eesti Pro Display UltraBold"/>
              </a:rPr>
              <a:t>НАШ ТИМ ЈОШ УВЕК </a:t>
            </a:r>
            <a:r>
              <a:rPr b="0" lang="en-US" sz="3200" spc="-1" strike="noStrike">
                <a:solidFill>
                  <a:srgbClr val="61299f"/>
                </a:solidFill>
                <a:latin typeface="GT Eesti Pro Display UltraBold"/>
              </a:rPr>
              <a:t>НЕМА HOOK!</a:t>
            </a:r>
            <a:endParaRPr b="0" lang="en-US" sz="3200" spc="-1" strike="noStrike">
              <a:solidFill>
                <a:srgbClr val="61299f"/>
              </a:solidFill>
              <a:latin typeface="GT Eesti Pro Display UltraBold"/>
            </a:endParaRPr>
          </a:p>
        </p:txBody>
      </p:sp>
      <p:sp>
        <p:nvSpPr>
          <p:cNvPr id="88" name="Rectangle 3"/>
          <p:cNvSpPr/>
          <p:nvPr/>
        </p:nvSpPr>
        <p:spPr>
          <a:xfrm>
            <a:off x="5715000" y="7315560"/>
            <a:ext cx="914040" cy="9140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89" name=""/>
          <p:cNvGrpSpPr/>
          <p:nvPr/>
        </p:nvGrpSpPr>
        <p:grpSpPr>
          <a:xfrm>
            <a:off x="822240" y="6290280"/>
            <a:ext cx="10559880" cy="267120"/>
            <a:chOff x="822240" y="6290280"/>
            <a:chExt cx="10559880" cy="267120"/>
          </a:xfrm>
        </p:grpSpPr>
        <p:sp>
          <p:nvSpPr>
            <p:cNvPr id="90" name=""/>
            <p:cNvSpPr txBox="1"/>
            <p:nvPr/>
          </p:nvSpPr>
          <p:spPr>
            <a:xfrm>
              <a:off x="822240" y="6290280"/>
              <a:ext cx="5543280" cy="2671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</a:rPr>
                <a:t>Иђушки</a:t>
              </a:r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  <a:ea typeface="GT Eesti Pro Display UltraBold"/>
                </a:rPr>
                <a:t>—</a:t>
              </a:r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  <a:ea typeface="GT Eesti Pro Display UltraBold"/>
                </a:rPr>
                <a:t>Гудељ</a:t>
              </a:r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  <a:ea typeface="GT Eesti Pro Display UltraBold"/>
                </a:rPr>
                <a:t>—</a:t>
              </a:r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  <a:ea typeface="GT Eesti Pro Display UltraBold"/>
                </a:rPr>
                <a:t>Мећава:</a:t>
              </a:r>
              <a:r>
                <a:rPr b="0" lang="en-US" sz="1200" spc="-1" strike="noStrike">
                  <a:solidFill>
                    <a:srgbClr val="61299f"/>
                  </a:solidFill>
                  <a:latin typeface="GT Eesti Pro Display UltraBold"/>
                  <a:ea typeface="GT Eesti Pro Display UltraBold"/>
                </a:rPr>
                <a:t> ПОВЕЗИВАЊЕ РОБОТСКЕ И ЉУДСКЕ ШАКЕ</a:t>
              </a:r>
              <a:endParaRPr b="0" lang="en-US" sz="1200" spc="-1" strike="noStrike">
                <a:solidFill>
                  <a:srgbClr val="61299f"/>
                </a:solidFill>
                <a:latin typeface="Arial"/>
              </a:endParaRPr>
            </a:p>
          </p:txBody>
        </p:sp>
        <p:sp>
          <p:nvSpPr>
            <p:cNvPr id="91" name=""/>
            <p:cNvSpPr txBox="1"/>
            <p:nvPr/>
          </p:nvSpPr>
          <p:spPr>
            <a:xfrm>
              <a:off x="10942200" y="6290280"/>
              <a:ext cx="439920" cy="2671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1" lang="en-US" sz="1200" spc="-1" strike="noStrike">
                  <a:solidFill>
                    <a:srgbClr val="61299f"/>
                  </a:solidFill>
                  <a:latin typeface="GT Eesti Pro Display Bold"/>
                </a:rPr>
                <a:t>2/2</a:t>
              </a:r>
              <a:endParaRPr b="1" lang="en-US" sz="1200" spc="-1" strike="noStrike">
                <a:solidFill>
                  <a:srgbClr val="61299f"/>
                </a:solidFill>
                <a:latin typeface="GT Eesti Pro Display Bold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2026-03-16T11:12:07Z</dcterms:created>
  <dc:creator>STS</dc:creator>
  <dc:description/>
  <dc:language>en-US</dc:language>
  <cp:lastModifiedBy/>
  <dcterms:modified xsi:type="dcterms:W3CDTF">2026-03-17T00:53:12Z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