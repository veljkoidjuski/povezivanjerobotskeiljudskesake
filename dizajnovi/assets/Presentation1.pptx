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299F"/>
    <a:srgbClr val="63497F"/>
    <a:srgbClr val="600CBC"/>
    <a:srgbClr val="915AD8"/>
    <a:srgbClr val="746D75"/>
    <a:srgbClr val="3E7CB1"/>
    <a:srgbClr val="5EB1BF"/>
    <a:srgbClr val="A273DE"/>
    <a:srgbClr val="E4D9FF"/>
    <a:srgbClr val="C9A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5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74F7-ED01-DDC5-E5CF-3AF390061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744DC-D74B-D05B-7D95-65B3211FE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6273-98AD-8FBD-A098-963D3B58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5AB8B-CEF5-2A01-36BB-212192A92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86766-8390-A23F-E4FD-01312FEF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88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6857-5918-E230-173A-53F28A68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4CFCB-D776-6F7A-4EE8-F71853679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75958-B157-0895-D2A5-4241B0AA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BE1E8-903F-C665-59C8-EB5E6947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3DFFD-81C8-8C65-4A46-2ACA094C5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1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CE74-C8A7-BCFC-80A4-8F06015A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49EF2-48F9-3284-3C0C-7256BE35B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0ACC-E9DE-958D-0805-523D0E9A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08D4-E4E2-C0E4-5627-24E4A740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D97A3-EF7A-92E5-71D0-6651C96D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5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D0EC-5E91-0630-6F9A-369BC9B6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FDCEF-871D-5003-AE23-7852746BE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02B03-4466-55CC-FD6E-CF40323CB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8B1D6-13F6-75CA-7DFF-59B5C5DC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B024B-60E3-7A9B-F737-357509F4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F6986-4DAD-7A6D-570C-B390005B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BB4A-16C5-F0CC-C239-804665AA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F71F9-4CCB-ED96-9B3A-4815B798C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D812F-125F-7FBA-B249-EB92B1F1F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2269-7C14-AC9E-5288-A8A17AA65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81A17-D19E-BEE7-DFE8-1ED357DD8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FD56D-CF8B-703D-51AB-8C2BD466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2DB01-BE40-DDF9-9FEC-5B11DDBA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D7AFB-BBA7-9AD9-083C-0AF0BDC6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7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5219-012B-D589-6926-4C856F44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F16039-C219-D294-208F-9B5CB34E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7A75D-5135-5DC5-692A-A5F31177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C48B7-200A-6CEB-544A-CA8070A7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6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0355A-AE29-D567-1EDE-C1BB5D11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BB8A1-DF62-0619-5698-8B9BB3CE4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8BB0E-51E2-70A2-645B-E88A9F2D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2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FE36-DEA5-7322-28D9-E9E04DE1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D3336-574F-E0A9-D5CF-483273872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74109-AAC1-1BC9-32CC-AE5881F70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10A6A-C96F-331F-01D8-5FC8FFE7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024C7-EDB2-84CE-A67C-198C20E9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ECDC0-2E27-226A-EA12-651ACD73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351D-CF9B-62B5-469F-C4429522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A8A52-78C3-0210-053D-07012293D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5FC4B-6A54-FA0D-618C-E40B9FD36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CFAC0-B57C-5710-F811-73D5F67A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00D03-41B5-0A3A-78F3-AD87B285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CBFCA-2794-2473-B602-2F905640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7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A665-7E3B-710D-4262-BC725C06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6A70A-9043-459C-A94F-8E9A767E4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05AC1-57A2-2CB7-463D-D049BA06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5D452-6C53-5985-370F-2DCC3812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90673-89CD-CCF8-46BA-80A385CB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8FE6C-0C50-A0A6-F689-20E7AC039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896C9-6D20-3F7C-BAC7-17C41C0E4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4125-8A51-1CC7-BF87-0BECAC23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5104-3C4C-C506-5DAC-F59DAD4F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C6A71-4563-ED6B-71EA-46C16543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8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BB314-5CC9-7611-F759-B6EE2E2B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F18C3-A51C-D9FA-E540-2CAA2FB03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21A7-E653-B2E2-90BE-D2AFF1119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B691F-2AA4-42A7-B65E-7523037D7AE8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A5324-D388-C802-875B-B7794DE1D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836D4-90B1-9E70-C7B1-4FB464DA0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1CD0D-C386-462B-889C-53DC6228E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5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46CB152-0DC0-8017-9CBC-D72B2ABCF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4407370" cy="8341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72A845-4768-D96B-1B2E-4E708830A3B1}"/>
              </a:ext>
            </a:extLst>
          </p:cNvPr>
          <p:cNvSpPr/>
          <p:nvPr/>
        </p:nvSpPr>
        <p:spPr>
          <a:xfrm>
            <a:off x="-1600200" y="41705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50AE06-10D4-16B2-743B-AF19AD896C3B}"/>
              </a:ext>
            </a:extLst>
          </p:cNvPr>
          <p:cNvSpPr/>
          <p:nvPr/>
        </p:nvSpPr>
        <p:spPr>
          <a:xfrm>
            <a:off x="-1143000" y="58481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2C87846-00D6-776D-06D5-227D7A3F6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00000">
            <a:off x="5474293" y="550960"/>
            <a:ext cx="4561565" cy="913209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30D0AEB-6ED4-B44D-0630-CD2380EEACB9}"/>
              </a:ext>
            </a:extLst>
          </p:cNvPr>
          <p:cNvSpPr/>
          <p:nvPr/>
        </p:nvSpPr>
        <p:spPr>
          <a:xfrm>
            <a:off x="11556115" y="773894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aphic 25">
            <a:extLst>
              <a:ext uri="{FF2B5EF4-FFF2-40B4-BE49-F238E27FC236}">
                <a16:creationId xmlns:a16="http://schemas.microsoft.com/office/drawing/2014/main" id="{05D8DD2C-33B4-FD13-719D-77970F539368}"/>
              </a:ext>
            </a:extLst>
          </p:cNvPr>
          <p:cNvGrpSpPr/>
          <p:nvPr/>
        </p:nvGrpSpPr>
        <p:grpSpPr>
          <a:xfrm>
            <a:off x="9810750" y="3135630"/>
            <a:ext cx="1466850" cy="1314460"/>
            <a:chOff x="9810750" y="3135630"/>
            <a:chExt cx="1466850" cy="1314460"/>
          </a:xfrm>
          <a:solidFill>
            <a:srgbClr val="61299F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4776362-38A8-A0E4-E9BF-1A1DC7F64806}"/>
                </a:ext>
              </a:extLst>
            </p:cNvPr>
            <p:cNvSpPr/>
            <p:nvPr/>
          </p:nvSpPr>
          <p:spPr>
            <a:xfrm>
              <a:off x="9810750" y="3497590"/>
              <a:ext cx="1252538" cy="247650"/>
            </a:xfrm>
            <a:custGeom>
              <a:avLst/>
              <a:gdLst>
                <a:gd name="csX0" fmla="*/ 284816 w 1257300"/>
                <a:gd name="csY0" fmla="*/ 4762 h 247650"/>
                <a:gd name="csX1" fmla="*/ 74599 w 1257300"/>
                <a:gd name="csY1" fmla="*/ 4762 h 247650"/>
                <a:gd name="csX2" fmla="*/ 41452 w 1257300"/>
                <a:gd name="csY2" fmla="*/ 173365 h 247650"/>
                <a:gd name="csX3" fmla="*/ 28784 w 1257300"/>
                <a:gd name="csY3" fmla="*/ 184223 h 247650"/>
                <a:gd name="csX4" fmla="*/ 10591 w 1257300"/>
                <a:gd name="csY4" fmla="*/ 184223 h 247650"/>
                <a:gd name="csX5" fmla="*/ 3257 w 1257300"/>
                <a:gd name="csY5" fmla="*/ 221428 h 247650"/>
                <a:gd name="csX6" fmla="*/ 3924 w 1257300"/>
                <a:gd name="csY6" fmla="*/ 217475 h 247650"/>
                <a:gd name="csX7" fmla="*/ -1029 w 1257300"/>
                <a:gd name="csY7" fmla="*/ 243259 h 247650"/>
                <a:gd name="csX8" fmla="*/ 24308 w 1257300"/>
                <a:gd name="csY8" fmla="*/ 243259 h 247650"/>
                <a:gd name="csX9" fmla="*/ 105080 w 1257300"/>
                <a:gd name="csY9" fmla="*/ 181175 h 247650"/>
                <a:gd name="csX10" fmla="*/ 128035 w 1257300"/>
                <a:gd name="csY10" fmla="*/ 63789 h 247650"/>
                <a:gd name="csX11" fmla="*/ 208140 w 1257300"/>
                <a:gd name="csY11" fmla="*/ 63789 h 247650"/>
                <a:gd name="csX12" fmla="*/ 173184 w 1257300"/>
                <a:gd name="csY12" fmla="*/ 242240 h 247650"/>
                <a:gd name="csX13" fmla="*/ 238239 w 1257300"/>
                <a:gd name="csY13" fmla="*/ 242240 h 247650"/>
                <a:gd name="csX14" fmla="*/ 463505 w 1257300"/>
                <a:gd name="csY14" fmla="*/ 63789 h 247650"/>
                <a:gd name="csX15" fmla="*/ 475221 w 1257300"/>
                <a:gd name="csY15" fmla="*/ 4762 h 247650"/>
                <a:gd name="csX16" fmla="*/ 322440 w 1257300"/>
                <a:gd name="csY16" fmla="*/ 4762 h 247650"/>
                <a:gd name="csX17" fmla="*/ 275958 w 1257300"/>
                <a:gd name="csY17" fmla="*/ 242240 h 247650"/>
                <a:gd name="csX18" fmla="*/ 433787 w 1257300"/>
                <a:gd name="csY18" fmla="*/ 242240 h 247650"/>
                <a:gd name="csX19" fmla="*/ 445408 w 1257300"/>
                <a:gd name="csY19" fmla="*/ 183204 h 247650"/>
                <a:gd name="csX20" fmla="*/ 352634 w 1257300"/>
                <a:gd name="csY20" fmla="*/ 183204 h 247650"/>
                <a:gd name="csX21" fmla="*/ 359492 w 1257300"/>
                <a:gd name="csY21" fmla="*/ 147923 h 247650"/>
                <a:gd name="csX22" fmla="*/ 436455 w 1257300"/>
                <a:gd name="csY22" fmla="*/ 147923 h 247650"/>
                <a:gd name="csX23" fmla="*/ 447408 w 1257300"/>
                <a:gd name="csY23" fmla="*/ 91945 h 247650"/>
                <a:gd name="csX24" fmla="*/ 370446 w 1257300"/>
                <a:gd name="csY24" fmla="*/ 91945 h 247650"/>
                <a:gd name="csX25" fmla="*/ 375875 w 1257300"/>
                <a:gd name="csY25" fmla="*/ 63789 h 247650"/>
                <a:gd name="csX26" fmla="*/ 628573 w 1257300"/>
                <a:gd name="csY26" fmla="*/ 117396 h 247650"/>
                <a:gd name="csX27" fmla="*/ 628573 w 1257300"/>
                <a:gd name="csY27" fmla="*/ 116710 h 247650"/>
                <a:gd name="csX28" fmla="*/ 681628 w 1257300"/>
                <a:gd name="csY28" fmla="*/ 57350 h 247650"/>
                <a:gd name="csX29" fmla="*/ 607999 w 1257300"/>
                <a:gd name="csY29" fmla="*/ 4762 h 247650"/>
                <a:gd name="csX30" fmla="*/ 509415 w 1257300"/>
                <a:gd name="csY30" fmla="*/ 4762 h 247650"/>
                <a:gd name="csX31" fmla="*/ 462838 w 1257300"/>
                <a:gd name="csY31" fmla="*/ 242240 h 247650"/>
                <a:gd name="csX32" fmla="*/ 568662 w 1257300"/>
                <a:gd name="csY32" fmla="*/ 242240 h 247650"/>
                <a:gd name="csX33" fmla="*/ 669627 w 1257300"/>
                <a:gd name="csY33" fmla="*/ 169297 h 247650"/>
                <a:gd name="csX34" fmla="*/ 628573 w 1257300"/>
                <a:gd name="csY34" fmla="*/ 117396 h 247650"/>
                <a:gd name="csX35" fmla="*/ 585425 w 1257300"/>
                <a:gd name="csY35" fmla="*/ 99079 h 247650"/>
                <a:gd name="csX36" fmla="*/ 555993 w 1257300"/>
                <a:gd name="csY36" fmla="*/ 99079 h 247650"/>
                <a:gd name="csX37" fmla="*/ 564184 w 1257300"/>
                <a:gd name="csY37" fmla="*/ 58026 h 247650"/>
                <a:gd name="csX38" fmla="*/ 590187 w 1257300"/>
                <a:gd name="csY38" fmla="*/ 58026 h 247650"/>
                <a:gd name="csX39" fmla="*/ 615905 w 1257300"/>
                <a:gd name="csY39" fmla="*/ 76686 h 247650"/>
                <a:gd name="csX40" fmla="*/ 585425 w 1257300"/>
                <a:gd name="csY40" fmla="*/ 99079 h 247650"/>
                <a:gd name="csX41" fmla="*/ 569328 w 1257300"/>
                <a:gd name="csY41" fmla="*/ 188976 h 247650"/>
                <a:gd name="csX42" fmla="*/ 538563 w 1257300"/>
                <a:gd name="csY42" fmla="*/ 188976 h 247650"/>
                <a:gd name="csX43" fmla="*/ 547420 w 1257300"/>
                <a:gd name="csY43" fmla="*/ 143513 h 247650"/>
                <a:gd name="csX44" fmla="*/ 574091 w 1257300"/>
                <a:gd name="csY44" fmla="*/ 143513 h 247650"/>
                <a:gd name="csX45" fmla="*/ 604285 w 1257300"/>
                <a:gd name="csY45" fmla="*/ 163535 h 247650"/>
                <a:gd name="csX46" fmla="*/ 569328 w 1257300"/>
                <a:gd name="csY46" fmla="*/ 188976 h 247650"/>
                <a:gd name="csX47" fmla="*/ 808691 w 1257300"/>
                <a:gd name="csY47" fmla="*/ 247326 h 247650"/>
                <a:gd name="csX48" fmla="*/ 947281 w 1257300"/>
                <a:gd name="csY48" fmla="*/ 112643 h 247650"/>
                <a:gd name="csX49" fmla="*/ 828123 w 1257300"/>
                <a:gd name="csY49" fmla="*/ -324 h 247650"/>
                <a:gd name="csX50" fmla="*/ 689534 w 1257300"/>
                <a:gd name="csY50" fmla="*/ 134360 h 247650"/>
                <a:gd name="csX51" fmla="*/ 808691 w 1257300"/>
                <a:gd name="csY51" fmla="*/ 247326 h 247650"/>
                <a:gd name="csX52" fmla="*/ 812786 w 1257300"/>
                <a:gd name="csY52" fmla="*/ 184566 h 247650"/>
                <a:gd name="csX53" fmla="*/ 756304 w 1257300"/>
                <a:gd name="csY53" fmla="*/ 131645 h 247650"/>
                <a:gd name="csX54" fmla="*/ 824026 w 1257300"/>
                <a:gd name="csY54" fmla="*/ 62436 h 247650"/>
                <a:gd name="csX55" fmla="*/ 880510 w 1257300"/>
                <a:gd name="csY55" fmla="*/ 115357 h 247650"/>
                <a:gd name="csX56" fmla="*/ 812786 w 1257300"/>
                <a:gd name="csY56" fmla="*/ 184566 h 247650"/>
                <a:gd name="csX57" fmla="*/ 1230459 w 1257300"/>
                <a:gd name="csY57" fmla="*/ 4762 h 247650"/>
                <a:gd name="csX58" fmla="*/ 1182166 w 1257300"/>
                <a:gd name="csY58" fmla="*/ 4762 h 247650"/>
                <a:gd name="csX59" fmla="*/ 1116730 w 1257300"/>
                <a:gd name="csY59" fmla="*/ 111623 h 247650"/>
                <a:gd name="csX60" fmla="*/ 1116444 w 1257300"/>
                <a:gd name="csY60" fmla="*/ 111623 h 247650"/>
                <a:gd name="csX61" fmla="*/ 1092155 w 1257300"/>
                <a:gd name="csY61" fmla="*/ 4762 h 247650"/>
                <a:gd name="csX62" fmla="*/ 1043863 w 1257300"/>
                <a:gd name="csY62" fmla="*/ 4762 h 247650"/>
                <a:gd name="csX63" fmla="*/ 934802 w 1257300"/>
                <a:gd name="csY63" fmla="*/ 216465 h 247650"/>
                <a:gd name="csX64" fmla="*/ 929849 w 1257300"/>
                <a:gd name="csY64" fmla="*/ 242240 h 247650"/>
                <a:gd name="csX65" fmla="*/ 1000048 w 1257300"/>
                <a:gd name="csY65" fmla="*/ 242240 h 247650"/>
                <a:gd name="csX66" fmla="*/ 1056818 w 1257300"/>
                <a:gd name="csY66" fmla="*/ 120444 h 247650"/>
                <a:gd name="csX67" fmla="*/ 1057580 w 1257300"/>
                <a:gd name="csY67" fmla="*/ 120444 h 247650"/>
                <a:gd name="csX68" fmla="*/ 1080154 w 1257300"/>
                <a:gd name="csY68" fmla="*/ 210007 h 247650"/>
                <a:gd name="csX69" fmla="*/ 1122255 w 1257300"/>
                <a:gd name="csY69" fmla="*/ 210007 h 247650"/>
                <a:gd name="csX70" fmla="*/ 1178356 w 1257300"/>
                <a:gd name="csY70" fmla="*/ 120444 h 247650"/>
                <a:gd name="csX71" fmla="*/ 1179119 w 1257300"/>
                <a:gd name="csY71" fmla="*/ 120444 h 247650"/>
                <a:gd name="csX72" fmla="*/ 1189310 w 1257300"/>
                <a:gd name="csY72" fmla="*/ 242240 h 247650"/>
                <a:gd name="csX73" fmla="*/ 1251318 w 1257300"/>
                <a:gd name="csY73" fmla="*/ 242240 h 247650"/>
                <a:gd name="csX74" fmla="*/ 1256271 w 1257300"/>
                <a:gd name="csY74" fmla="*/ 216465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1257300" h="247650">
                  <a:moveTo>
                    <a:pt x="284816" y="4762"/>
                  </a:moveTo>
                  <a:lnTo>
                    <a:pt x="74599" y="4762"/>
                  </a:lnTo>
                  <a:lnTo>
                    <a:pt x="41452" y="173365"/>
                  </a:lnTo>
                  <a:cubicBezTo>
                    <a:pt x="40405" y="178803"/>
                    <a:pt x="34594" y="184223"/>
                    <a:pt x="28784" y="184223"/>
                  </a:cubicBezTo>
                  <a:lnTo>
                    <a:pt x="10591" y="184223"/>
                  </a:lnTo>
                  <a:lnTo>
                    <a:pt x="3257" y="221428"/>
                  </a:lnTo>
                  <a:lnTo>
                    <a:pt x="3924" y="217475"/>
                  </a:lnTo>
                  <a:lnTo>
                    <a:pt x="-1029" y="243259"/>
                  </a:lnTo>
                  <a:lnTo>
                    <a:pt x="24308" y="243259"/>
                  </a:lnTo>
                  <a:cubicBezTo>
                    <a:pt x="70504" y="243259"/>
                    <a:pt x="96507" y="224256"/>
                    <a:pt x="105080" y="181175"/>
                  </a:cubicBezTo>
                  <a:lnTo>
                    <a:pt x="128035" y="63789"/>
                  </a:lnTo>
                  <a:lnTo>
                    <a:pt x="208140" y="63789"/>
                  </a:lnTo>
                  <a:lnTo>
                    <a:pt x="173184" y="242240"/>
                  </a:lnTo>
                  <a:lnTo>
                    <a:pt x="238239" y="242240"/>
                  </a:lnTo>
                  <a:close/>
                  <a:moveTo>
                    <a:pt x="463505" y="63789"/>
                  </a:moveTo>
                  <a:lnTo>
                    <a:pt x="475221" y="4762"/>
                  </a:lnTo>
                  <a:lnTo>
                    <a:pt x="322440" y="4762"/>
                  </a:lnTo>
                  <a:lnTo>
                    <a:pt x="275958" y="242240"/>
                  </a:lnTo>
                  <a:lnTo>
                    <a:pt x="433787" y="242240"/>
                  </a:lnTo>
                  <a:lnTo>
                    <a:pt x="445408" y="183204"/>
                  </a:lnTo>
                  <a:lnTo>
                    <a:pt x="352634" y="183204"/>
                  </a:lnTo>
                  <a:lnTo>
                    <a:pt x="359492" y="147923"/>
                  </a:lnTo>
                  <a:lnTo>
                    <a:pt x="436455" y="147923"/>
                  </a:lnTo>
                  <a:lnTo>
                    <a:pt x="447408" y="91945"/>
                  </a:lnTo>
                  <a:lnTo>
                    <a:pt x="370446" y="91945"/>
                  </a:lnTo>
                  <a:lnTo>
                    <a:pt x="375875" y="63789"/>
                  </a:lnTo>
                  <a:close/>
                  <a:moveTo>
                    <a:pt x="628573" y="117396"/>
                  </a:moveTo>
                  <a:lnTo>
                    <a:pt x="628573" y="116710"/>
                  </a:lnTo>
                  <a:cubicBezTo>
                    <a:pt x="663435" y="107213"/>
                    <a:pt x="681628" y="86525"/>
                    <a:pt x="681628" y="57350"/>
                  </a:cubicBezTo>
                  <a:cubicBezTo>
                    <a:pt x="681628" y="20707"/>
                    <a:pt x="652481" y="4762"/>
                    <a:pt x="607999" y="4762"/>
                  </a:cubicBezTo>
                  <a:lnTo>
                    <a:pt x="509415" y="4762"/>
                  </a:lnTo>
                  <a:lnTo>
                    <a:pt x="462838" y="242240"/>
                  </a:lnTo>
                  <a:lnTo>
                    <a:pt x="568662" y="242240"/>
                  </a:lnTo>
                  <a:cubicBezTo>
                    <a:pt x="623049" y="242240"/>
                    <a:pt x="669627" y="222218"/>
                    <a:pt x="669627" y="169297"/>
                  </a:cubicBezTo>
                  <a:cubicBezTo>
                    <a:pt x="669627" y="135369"/>
                    <a:pt x="650481" y="121805"/>
                    <a:pt x="628573" y="117396"/>
                  </a:cubicBezTo>
                  <a:close/>
                  <a:moveTo>
                    <a:pt x="585425" y="99079"/>
                  </a:moveTo>
                  <a:lnTo>
                    <a:pt x="555993" y="99079"/>
                  </a:lnTo>
                  <a:lnTo>
                    <a:pt x="564184" y="58026"/>
                  </a:lnTo>
                  <a:lnTo>
                    <a:pt x="590187" y="58026"/>
                  </a:lnTo>
                  <a:cubicBezTo>
                    <a:pt x="605238" y="58026"/>
                    <a:pt x="615905" y="63789"/>
                    <a:pt x="615905" y="76686"/>
                  </a:cubicBezTo>
                  <a:cubicBezTo>
                    <a:pt x="615905" y="88220"/>
                    <a:pt x="607714" y="99079"/>
                    <a:pt x="585425" y="99079"/>
                  </a:cubicBezTo>
                  <a:close/>
                  <a:moveTo>
                    <a:pt x="569328" y="188976"/>
                  </a:moveTo>
                  <a:lnTo>
                    <a:pt x="538563" y="188976"/>
                  </a:lnTo>
                  <a:lnTo>
                    <a:pt x="547420" y="143513"/>
                  </a:lnTo>
                  <a:lnTo>
                    <a:pt x="574091" y="143513"/>
                  </a:lnTo>
                  <a:cubicBezTo>
                    <a:pt x="593998" y="143513"/>
                    <a:pt x="604285" y="148609"/>
                    <a:pt x="604285" y="163535"/>
                  </a:cubicBezTo>
                  <a:cubicBezTo>
                    <a:pt x="604285" y="177441"/>
                    <a:pt x="595045" y="188976"/>
                    <a:pt x="569328" y="188976"/>
                  </a:cubicBezTo>
                  <a:close/>
                  <a:moveTo>
                    <a:pt x="808691" y="247326"/>
                  </a:moveTo>
                  <a:cubicBezTo>
                    <a:pt x="892226" y="247326"/>
                    <a:pt x="947281" y="186938"/>
                    <a:pt x="947281" y="112643"/>
                  </a:cubicBezTo>
                  <a:cubicBezTo>
                    <a:pt x="947281" y="43100"/>
                    <a:pt x="898988" y="-324"/>
                    <a:pt x="828123" y="-324"/>
                  </a:cubicBezTo>
                  <a:cubicBezTo>
                    <a:pt x="744588" y="-324"/>
                    <a:pt x="689534" y="60055"/>
                    <a:pt x="689534" y="134360"/>
                  </a:cubicBezTo>
                  <a:cubicBezTo>
                    <a:pt x="689534" y="203902"/>
                    <a:pt x="737731" y="247326"/>
                    <a:pt x="808691" y="247326"/>
                  </a:cubicBezTo>
                  <a:close/>
                  <a:moveTo>
                    <a:pt x="812786" y="184566"/>
                  </a:moveTo>
                  <a:cubicBezTo>
                    <a:pt x="776497" y="184566"/>
                    <a:pt x="756304" y="163535"/>
                    <a:pt x="756304" y="131645"/>
                  </a:cubicBezTo>
                  <a:cubicBezTo>
                    <a:pt x="756304" y="100774"/>
                    <a:pt x="775449" y="62436"/>
                    <a:pt x="824026" y="62436"/>
                  </a:cubicBezTo>
                  <a:cubicBezTo>
                    <a:pt x="860317" y="62436"/>
                    <a:pt x="880510" y="83467"/>
                    <a:pt x="880510" y="115357"/>
                  </a:cubicBezTo>
                  <a:cubicBezTo>
                    <a:pt x="880510" y="146228"/>
                    <a:pt x="861365" y="184566"/>
                    <a:pt x="812786" y="184566"/>
                  </a:cubicBezTo>
                  <a:close/>
                  <a:moveTo>
                    <a:pt x="1230459" y="4762"/>
                  </a:moveTo>
                  <a:lnTo>
                    <a:pt x="1182166" y="4762"/>
                  </a:lnTo>
                  <a:lnTo>
                    <a:pt x="1116730" y="111623"/>
                  </a:lnTo>
                  <a:lnTo>
                    <a:pt x="1116444" y="111623"/>
                  </a:lnTo>
                  <a:lnTo>
                    <a:pt x="1092155" y="4762"/>
                  </a:lnTo>
                  <a:lnTo>
                    <a:pt x="1043863" y="4762"/>
                  </a:lnTo>
                  <a:lnTo>
                    <a:pt x="934802" y="216465"/>
                  </a:lnTo>
                  <a:lnTo>
                    <a:pt x="929849" y="242240"/>
                  </a:lnTo>
                  <a:lnTo>
                    <a:pt x="1000048" y="242240"/>
                  </a:lnTo>
                  <a:lnTo>
                    <a:pt x="1056818" y="120444"/>
                  </a:lnTo>
                  <a:lnTo>
                    <a:pt x="1057580" y="120444"/>
                  </a:lnTo>
                  <a:lnTo>
                    <a:pt x="1080154" y="210007"/>
                  </a:lnTo>
                  <a:lnTo>
                    <a:pt x="1122255" y="210007"/>
                  </a:lnTo>
                  <a:lnTo>
                    <a:pt x="1178356" y="120444"/>
                  </a:lnTo>
                  <a:lnTo>
                    <a:pt x="1179119" y="120444"/>
                  </a:lnTo>
                  <a:lnTo>
                    <a:pt x="1189310" y="242240"/>
                  </a:lnTo>
                  <a:lnTo>
                    <a:pt x="1251318" y="242240"/>
                  </a:lnTo>
                  <a:lnTo>
                    <a:pt x="1256271" y="216465"/>
                  </a:lnTo>
                  <a:close/>
                </a:path>
              </a:pathLst>
            </a:custGeom>
            <a:solidFill>
              <a:srgbClr val="61299F">
                <a:alpha val="33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917C7C-84FB-1B8A-13A1-93760FB54C05}"/>
                </a:ext>
              </a:extLst>
            </p:cNvPr>
            <p:cNvSpPr/>
            <p:nvPr/>
          </p:nvSpPr>
          <p:spPr>
            <a:xfrm>
              <a:off x="9815511" y="3469005"/>
              <a:ext cx="1252539" cy="257175"/>
            </a:xfrm>
            <a:custGeom>
              <a:avLst/>
              <a:gdLst>
                <a:gd name="csX0" fmla="*/ 282626 w 1247775"/>
                <a:gd name="csY0" fmla="*/ 4963 h 257175"/>
                <a:gd name="csX1" fmla="*/ 74028 w 1247775"/>
                <a:gd name="csY1" fmla="*/ 4963 h 257175"/>
                <a:gd name="csX2" fmla="*/ 41072 w 1247775"/>
                <a:gd name="csY2" fmla="*/ 180061 h 257175"/>
                <a:gd name="csX3" fmla="*/ 28498 w 1247775"/>
                <a:gd name="csY3" fmla="*/ 191329 h 257175"/>
                <a:gd name="csX4" fmla="*/ 10496 w 1247775"/>
                <a:gd name="csY4" fmla="*/ 191329 h 257175"/>
                <a:gd name="csX5" fmla="*/ 3829 w 1247775"/>
                <a:gd name="csY5" fmla="*/ 223761 h 257175"/>
                <a:gd name="csX6" fmla="*/ -1029 w 1247775"/>
                <a:gd name="csY6" fmla="*/ 252631 h 257175"/>
                <a:gd name="csX7" fmla="*/ 24117 w 1247775"/>
                <a:gd name="csY7" fmla="*/ 252631 h 257175"/>
                <a:gd name="csX8" fmla="*/ 104318 w 1247775"/>
                <a:gd name="csY8" fmla="*/ 188157 h 257175"/>
                <a:gd name="csX9" fmla="*/ 127082 w 1247775"/>
                <a:gd name="csY9" fmla="*/ 66265 h 257175"/>
                <a:gd name="csX10" fmla="*/ 206521 w 1247775"/>
                <a:gd name="csY10" fmla="*/ 66265 h 257175"/>
                <a:gd name="csX11" fmla="*/ 171850 w 1247775"/>
                <a:gd name="csY11" fmla="*/ 251574 h 257175"/>
                <a:gd name="csX12" fmla="*/ 236430 w 1247775"/>
                <a:gd name="csY12" fmla="*/ 251574 h 257175"/>
                <a:gd name="csX13" fmla="*/ 459981 w 1247775"/>
                <a:gd name="csY13" fmla="*/ 66265 h 257175"/>
                <a:gd name="csX14" fmla="*/ 471601 w 1247775"/>
                <a:gd name="csY14" fmla="*/ 4963 h 257175"/>
                <a:gd name="csX15" fmla="*/ 320058 w 1247775"/>
                <a:gd name="csY15" fmla="*/ 4963 h 257175"/>
                <a:gd name="csX16" fmla="*/ 273862 w 1247775"/>
                <a:gd name="csY16" fmla="*/ 251574 h 257175"/>
                <a:gd name="csX17" fmla="*/ 430454 w 1247775"/>
                <a:gd name="csY17" fmla="*/ 251574 h 257175"/>
                <a:gd name="csX18" fmla="*/ 441979 w 1247775"/>
                <a:gd name="csY18" fmla="*/ 190271 h 257175"/>
                <a:gd name="csX19" fmla="*/ 349967 w 1247775"/>
                <a:gd name="csY19" fmla="*/ 190271 h 257175"/>
                <a:gd name="csX20" fmla="*/ 356731 w 1247775"/>
                <a:gd name="csY20" fmla="*/ 153638 h 257175"/>
                <a:gd name="csX21" fmla="*/ 433215 w 1247775"/>
                <a:gd name="csY21" fmla="*/ 153638 h 257175"/>
                <a:gd name="csX22" fmla="*/ 444074 w 1247775"/>
                <a:gd name="csY22" fmla="*/ 95507 h 257175"/>
                <a:gd name="csX23" fmla="*/ 367588 w 1247775"/>
                <a:gd name="csY23" fmla="*/ 95507 h 257175"/>
                <a:gd name="csX24" fmla="*/ 373018 w 1247775"/>
                <a:gd name="csY24" fmla="*/ 66265 h 257175"/>
                <a:gd name="csX25" fmla="*/ 623811 w 1247775"/>
                <a:gd name="csY25" fmla="*/ 121930 h 257175"/>
                <a:gd name="csX26" fmla="*/ 623811 w 1247775"/>
                <a:gd name="csY26" fmla="*/ 121225 h 257175"/>
                <a:gd name="csX27" fmla="*/ 677532 w 1247775"/>
                <a:gd name="csY27" fmla="*/ 65322 h 257175"/>
                <a:gd name="csX28" fmla="*/ 603427 w 1247775"/>
                <a:gd name="csY28" fmla="*/ 4963 h 257175"/>
                <a:gd name="csX29" fmla="*/ 505511 w 1247775"/>
                <a:gd name="csY29" fmla="*/ 4963 h 257175"/>
                <a:gd name="csX30" fmla="*/ 459314 w 1247775"/>
                <a:gd name="csY30" fmla="*/ 251574 h 257175"/>
                <a:gd name="csX31" fmla="*/ 564280 w 1247775"/>
                <a:gd name="csY31" fmla="*/ 251574 h 257175"/>
                <a:gd name="csX32" fmla="*/ 664578 w 1247775"/>
                <a:gd name="csY32" fmla="*/ 175832 h 257175"/>
                <a:gd name="csX33" fmla="*/ 623811 w 1247775"/>
                <a:gd name="csY33" fmla="*/ 121930 h 257175"/>
                <a:gd name="csX34" fmla="*/ 580948 w 1247775"/>
                <a:gd name="csY34" fmla="*/ 102908 h 257175"/>
                <a:gd name="csX35" fmla="*/ 551707 w 1247775"/>
                <a:gd name="csY35" fmla="*/ 102908 h 257175"/>
                <a:gd name="csX36" fmla="*/ 559898 w 1247775"/>
                <a:gd name="csY36" fmla="*/ 60274 h 257175"/>
                <a:gd name="csX37" fmla="*/ 585711 w 1247775"/>
                <a:gd name="csY37" fmla="*/ 60274 h 257175"/>
                <a:gd name="csX38" fmla="*/ 611238 w 1247775"/>
                <a:gd name="csY38" fmla="*/ 79648 h 257175"/>
                <a:gd name="csX39" fmla="*/ 580948 w 1247775"/>
                <a:gd name="csY39" fmla="*/ 102908 h 257175"/>
                <a:gd name="csX40" fmla="*/ 565042 w 1247775"/>
                <a:gd name="csY40" fmla="*/ 196263 h 257175"/>
                <a:gd name="csX41" fmla="*/ 534466 w 1247775"/>
                <a:gd name="csY41" fmla="*/ 196263 h 257175"/>
                <a:gd name="csX42" fmla="*/ 543230 w 1247775"/>
                <a:gd name="csY42" fmla="*/ 149057 h 257175"/>
                <a:gd name="csX43" fmla="*/ 569709 w 1247775"/>
                <a:gd name="csY43" fmla="*/ 149057 h 257175"/>
                <a:gd name="csX44" fmla="*/ 599618 w 1247775"/>
                <a:gd name="csY44" fmla="*/ 169840 h 257175"/>
                <a:gd name="csX45" fmla="*/ 565042 w 1247775"/>
                <a:gd name="csY45" fmla="*/ 196263 h 257175"/>
                <a:gd name="csX46" fmla="*/ 802500 w 1247775"/>
                <a:gd name="csY46" fmla="*/ 256851 h 257175"/>
                <a:gd name="csX47" fmla="*/ 940137 w 1247775"/>
                <a:gd name="csY47" fmla="*/ 116996 h 257175"/>
                <a:gd name="csX48" fmla="*/ 821836 w 1247775"/>
                <a:gd name="csY48" fmla="*/ -324 h 257175"/>
                <a:gd name="csX49" fmla="*/ 684294 w 1247775"/>
                <a:gd name="csY49" fmla="*/ 139541 h 257175"/>
                <a:gd name="csX50" fmla="*/ 802500 w 1247775"/>
                <a:gd name="csY50" fmla="*/ 256851 h 257175"/>
                <a:gd name="csX51" fmla="*/ 806596 w 1247775"/>
                <a:gd name="csY51" fmla="*/ 191681 h 257175"/>
                <a:gd name="csX52" fmla="*/ 750494 w 1247775"/>
                <a:gd name="csY52" fmla="*/ 136722 h 257175"/>
                <a:gd name="csX53" fmla="*/ 817740 w 1247775"/>
                <a:gd name="csY53" fmla="*/ 64856 h 257175"/>
                <a:gd name="csX54" fmla="*/ 873842 w 1247775"/>
                <a:gd name="csY54" fmla="*/ 119815 h 257175"/>
                <a:gd name="csX55" fmla="*/ 806596 w 1247775"/>
                <a:gd name="csY55" fmla="*/ 191681 h 257175"/>
                <a:gd name="csX56" fmla="*/ 1221124 w 1247775"/>
                <a:gd name="csY56" fmla="*/ 4963 h 257175"/>
                <a:gd name="csX57" fmla="*/ 1173213 w 1247775"/>
                <a:gd name="csY57" fmla="*/ 4963 h 257175"/>
                <a:gd name="csX58" fmla="*/ 1108252 w 1247775"/>
                <a:gd name="csY58" fmla="*/ 115938 h 257175"/>
                <a:gd name="csX59" fmla="*/ 1107967 w 1247775"/>
                <a:gd name="csY59" fmla="*/ 115938 h 257175"/>
                <a:gd name="csX60" fmla="*/ 1083773 w 1247775"/>
                <a:gd name="csY60" fmla="*/ 4963 h 257175"/>
                <a:gd name="csX61" fmla="*/ 1035862 w 1247775"/>
                <a:gd name="csY61" fmla="*/ 4963 h 257175"/>
                <a:gd name="csX62" fmla="*/ 927659 w 1247775"/>
                <a:gd name="csY62" fmla="*/ 222704 h 257175"/>
                <a:gd name="csX63" fmla="*/ 922801 w 1247775"/>
                <a:gd name="csY63" fmla="*/ 251574 h 257175"/>
                <a:gd name="csX64" fmla="*/ 992429 w 1247775"/>
                <a:gd name="csY64" fmla="*/ 251574 h 257175"/>
                <a:gd name="csX65" fmla="*/ 1048816 w 1247775"/>
                <a:gd name="csY65" fmla="*/ 125101 h 257175"/>
                <a:gd name="csX66" fmla="*/ 1049484 w 1247775"/>
                <a:gd name="csY66" fmla="*/ 125101 h 257175"/>
                <a:gd name="csX67" fmla="*/ 1071963 w 1247775"/>
                <a:gd name="csY67" fmla="*/ 218103 h 257175"/>
                <a:gd name="csX68" fmla="*/ 1113682 w 1247775"/>
                <a:gd name="csY68" fmla="*/ 218103 h 257175"/>
                <a:gd name="csX69" fmla="*/ 1169403 w 1247775"/>
                <a:gd name="csY69" fmla="*/ 125101 h 257175"/>
                <a:gd name="csX70" fmla="*/ 1170069 w 1247775"/>
                <a:gd name="csY70" fmla="*/ 125101 h 257175"/>
                <a:gd name="csX71" fmla="*/ 1180357 w 1247775"/>
                <a:gd name="csY71" fmla="*/ 251574 h 257175"/>
                <a:gd name="csX72" fmla="*/ 1241793 w 1247775"/>
                <a:gd name="csY72" fmla="*/ 251574 h 257175"/>
                <a:gd name="csX73" fmla="*/ 1246746 w 1247775"/>
                <a:gd name="csY73" fmla="*/ 222704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1247775" h="257175">
                  <a:moveTo>
                    <a:pt x="282626" y="4963"/>
                  </a:moveTo>
                  <a:lnTo>
                    <a:pt x="74028" y="4963"/>
                  </a:lnTo>
                  <a:lnTo>
                    <a:pt x="41072" y="180061"/>
                  </a:lnTo>
                  <a:cubicBezTo>
                    <a:pt x="40024" y="185690"/>
                    <a:pt x="34308" y="191329"/>
                    <a:pt x="28498" y="191329"/>
                  </a:cubicBezTo>
                  <a:lnTo>
                    <a:pt x="10496" y="191329"/>
                  </a:lnTo>
                  <a:cubicBezTo>
                    <a:pt x="8210" y="204502"/>
                    <a:pt x="5924" y="212817"/>
                    <a:pt x="3829" y="223761"/>
                  </a:cubicBezTo>
                  <a:cubicBezTo>
                    <a:pt x="2018" y="233439"/>
                    <a:pt x="400" y="246088"/>
                    <a:pt x="-1029" y="252631"/>
                  </a:cubicBezTo>
                  <a:lnTo>
                    <a:pt x="24117" y="252631"/>
                  </a:lnTo>
                  <a:cubicBezTo>
                    <a:pt x="69932" y="252631"/>
                    <a:pt x="95745" y="232905"/>
                    <a:pt x="104318" y="188157"/>
                  </a:cubicBezTo>
                  <a:lnTo>
                    <a:pt x="127082" y="66265"/>
                  </a:lnTo>
                  <a:lnTo>
                    <a:pt x="206521" y="66265"/>
                  </a:lnTo>
                  <a:lnTo>
                    <a:pt x="171850" y="251574"/>
                  </a:lnTo>
                  <a:lnTo>
                    <a:pt x="236430" y="251574"/>
                  </a:lnTo>
                  <a:close/>
                  <a:moveTo>
                    <a:pt x="459981" y="66265"/>
                  </a:moveTo>
                  <a:lnTo>
                    <a:pt x="471601" y="4963"/>
                  </a:lnTo>
                  <a:lnTo>
                    <a:pt x="320058" y="4963"/>
                  </a:lnTo>
                  <a:lnTo>
                    <a:pt x="273862" y="251574"/>
                  </a:lnTo>
                  <a:lnTo>
                    <a:pt x="430454" y="251574"/>
                  </a:lnTo>
                  <a:lnTo>
                    <a:pt x="441979" y="190271"/>
                  </a:lnTo>
                  <a:lnTo>
                    <a:pt x="349967" y="190271"/>
                  </a:lnTo>
                  <a:lnTo>
                    <a:pt x="356731" y="153638"/>
                  </a:lnTo>
                  <a:lnTo>
                    <a:pt x="433215" y="153638"/>
                  </a:lnTo>
                  <a:lnTo>
                    <a:pt x="444074" y="95507"/>
                  </a:lnTo>
                  <a:lnTo>
                    <a:pt x="367588" y="95507"/>
                  </a:lnTo>
                  <a:lnTo>
                    <a:pt x="373018" y="66265"/>
                  </a:lnTo>
                  <a:close/>
                  <a:moveTo>
                    <a:pt x="623811" y="121930"/>
                  </a:moveTo>
                  <a:lnTo>
                    <a:pt x="623811" y="121225"/>
                  </a:lnTo>
                  <a:cubicBezTo>
                    <a:pt x="655624" y="112157"/>
                    <a:pt x="674580" y="88763"/>
                    <a:pt x="677532" y="65322"/>
                  </a:cubicBezTo>
                  <a:cubicBezTo>
                    <a:pt x="681342" y="35185"/>
                    <a:pt x="658768" y="4963"/>
                    <a:pt x="603427" y="4963"/>
                  </a:cubicBezTo>
                  <a:lnTo>
                    <a:pt x="505511" y="4963"/>
                  </a:lnTo>
                  <a:lnTo>
                    <a:pt x="459314" y="251574"/>
                  </a:lnTo>
                  <a:lnTo>
                    <a:pt x="564280" y="251574"/>
                  </a:lnTo>
                  <a:cubicBezTo>
                    <a:pt x="618382" y="251574"/>
                    <a:pt x="664578" y="230781"/>
                    <a:pt x="664578" y="175832"/>
                  </a:cubicBezTo>
                  <a:cubicBezTo>
                    <a:pt x="664578" y="140599"/>
                    <a:pt x="645528" y="126511"/>
                    <a:pt x="623811" y="121930"/>
                  </a:cubicBezTo>
                  <a:close/>
                  <a:moveTo>
                    <a:pt x="580948" y="102908"/>
                  </a:moveTo>
                  <a:lnTo>
                    <a:pt x="551707" y="102908"/>
                  </a:lnTo>
                  <a:lnTo>
                    <a:pt x="559898" y="60274"/>
                  </a:lnTo>
                  <a:lnTo>
                    <a:pt x="585711" y="60274"/>
                  </a:lnTo>
                  <a:cubicBezTo>
                    <a:pt x="600666" y="60274"/>
                    <a:pt x="611238" y="66265"/>
                    <a:pt x="611238" y="79648"/>
                  </a:cubicBezTo>
                  <a:cubicBezTo>
                    <a:pt x="611238" y="91631"/>
                    <a:pt x="603047" y="102908"/>
                    <a:pt x="580948" y="102908"/>
                  </a:cubicBezTo>
                  <a:close/>
                  <a:moveTo>
                    <a:pt x="565042" y="196263"/>
                  </a:moveTo>
                  <a:lnTo>
                    <a:pt x="534466" y="196263"/>
                  </a:lnTo>
                  <a:lnTo>
                    <a:pt x="543230" y="149057"/>
                  </a:lnTo>
                  <a:lnTo>
                    <a:pt x="569709" y="149057"/>
                  </a:lnTo>
                  <a:cubicBezTo>
                    <a:pt x="589426" y="149057"/>
                    <a:pt x="599618" y="154343"/>
                    <a:pt x="599618" y="169840"/>
                  </a:cubicBezTo>
                  <a:cubicBezTo>
                    <a:pt x="599618" y="184280"/>
                    <a:pt x="590473" y="196263"/>
                    <a:pt x="565042" y="196263"/>
                  </a:cubicBezTo>
                  <a:close/>
                  <a:moveTo>
                    <a:pt x="802500" y="256851"/>
                  </a:moveTo>
                  <a:cubicBezTo>
                    <a:pt x="885368" y="256851"/>
                    <a:pt x="940137" y="194148"/>
                    <a:pt x="940137" y="116996"/>
                  </a:cubicBezTo>
                  <a:cubicBezTo>
                    <a:pt x="940137" y="44777"/>
                    <a:pt x="892226" y="-324"/>
                    <a:pt x="821836" y="-324"/>
                  </a:cubicBezTo>
                  <a:cubicBezTo>
                    <a:pt x="738968" y="-324"/>
                    <a:pt x="684294" y="62389"/>
                    <a:pt x="684294" y="139541"/>
                  </a:cubicBezTo>
                  <a:cubicBezTo>
                    <a:pt x="684294" y="211760"/>
                    <a:pt x="732205" y="256851"/>
                    <a:pt x="802500" y="256851"/>
                  </a:cubicBezTo>
                  <a:close/>
                  <a:moveTo>
                    <a:pt x="806596" y="191681"/>
                  </a:moveTo>
                  <a:cubicBezTo>
                    <a:pt x="770591" y="191681"/>
                    <a:pt x="750494" y="169840"/>
                    <a:pt x="750494" y="136722"/>
                  </a:cubicBezTo>
                  <a:cubicBezTo>
                    <a:pt x="750494" y="104670"/>
                    <a:pt x="769544" y="64856"/>
                    <a:pt x="817740" y="64856"/>
                  </a:cubicBezTo>
                  <a:cubicBezTo>
                    <a:pt x="853840" y="64856"/>
                    <a:pt x="873842" y="86697"/>
                    <a:pt x="873842" y="119815"/>
                  </a:cubicBezTo>
                  <a:cubicBezTo>
                    <a:pt x="873842" y="151876"/>
                    <a:pt x="854792" y="191681"/>
                    <a:pt x="806596" y="191681"/>
                  </a:cubicBezTo>
                  <a:close/>
                  <a:moveTo>
                    <a:pt x="1221124" y="4963"/>
                  </a:moveTo>
                  <a:lnTo>
                    <a:pt x="1173213" y="4963"/>
                  </a:lnTo>
                  <a:lnTo>
                    <a:pt x="1108252" y="115938"/>
                  </a:lnTo>
                  <a:lnTo>
                    <a:pt x="1107967" y="115938"/>
                  </a:lnTo>
                  <a:lnTo>
                    <a:pt x="1083773" y="4963"/>
                  </a:lnTo>
                  <a:lnTo>
                    <a:pt x="1035862" y="4963"/>
                  </a:lnTo>
                  <a:lnTo>
                    <a:pt x="927659" y="222704"/>
                  </a:lnTo>
                  <a:lnTo>
                    <a:pt x="922801" y="251574"/>
                  </a:lnTo>
                  <a:lnTo>
                    <a:pt x="992429" y="251574"/>
                  </a:lnTo>
                  <a:lnTo>
                    <a:pt x="1048816" y="125101"/>
                  </a:lnTo>
                  <a:lnTo>
                    <a:pt x="1049484" y="125101"/>
                  </a:lnTo>
                  <a:lnTo>
                    <a:pt x="1071963" y="218103"/>
                  </a:lnTo>
                  <a:lnTo>
                    <a:pt x="1113682" y="218103"/>
                  </a:lnTo>
                  <a:lnTo>
                    <a:pt x="1169403" y="125101"/>
                  </a:lnTo>
                  <a:lnTo>
                    <a:pt x="1170069" y="125101"/>
                  </a:lnTo>
                  <a:lnTo>
                    <a:pt x="1180357" y="251574"/>
                  </a:lnTo>
                  <a:lnTo>
                    <a:pt x="1241793" y="251574"/>
                  </a:lnTo>
                  <a:lnTo>
                    <a:pt x="1246746" y="222704"/>
                  </a:lnTo>
                  <a:close/>
                </a:path>
              </a:pathLst>
            </a:custGeom>
            <a:solidFill>
              <a:srgbClr val="61299F">
                <a:alpha val="67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4DF22B1-158C-952E-BDB6-4D038767A1CB}"/>
                </a:ext>
              </a:extLst>
            </p:cNvPr>
            <p:cNvSpPr/>
            <p:nvPr/>
          </p:nvSpPr>
          <p:spPr>
            <a:xfrm>
              <a:off x="9839325" y="3135630"/>
              <a:ext cx="219075" cy="257175"/>
            </a:xfrm>
            <a:custGeom>
              <a:avLst/>
              <a:gdLst>
                <a:gd name="csX0" fmla="*/ 129940 w 219075"/>
                <a:gd name="csY0" fmla="*/ 256851 h 257175"/>
                <a:gd name="csX1" fmla="*/ 218046 w 219075"/>
                <a:gd name="csY1" fmla="*/ 229724 h 257175"/>
                <a:gd name="csX2" fmla="*/ 184042 w 219075"/>
                <a:gd name="csY2" fmla="*/ 172307 h 257175"/>
                <a:gd name="csX3" fmla="*/ 131940 w 219075"/>
                <a:gd name="csY3" fmla="*/ 190976 h 257175"/>
                <a:gd name="csX4" fmla="*/ 66980 w 219075"/>
                <a:gd name="csY4" fmla="*/ 128264 h 257175"/>
                <a:gd name="csX5" fmla="*/ 131940 w 219075"/>
                <a:gd name="csY5" fmla="*/ 65561 h 257175"/>
                <a:gd name="csX6" fmla="*/ 184042 w 219075"/>
                <a:gd name="csY6" fmla="*/ 84230 h 257175"/>
                <a:gd name="csX7" fmla="*/ 218046 w 219075"/>
                <a:gd name="csY7" fmla="*/ 26803 h 257175"/>
                <a:gd name="csX8" fmla="*/ 129940 w 219075"/>
                <a:gd name="csY8" fmla="*/ -324 h 257175"/>
                <a:gd name="csX9" fmla="*/ -1029 w 219075"/>
                <a:gd name="csY9" fmla="*/ 128264 h 257175"/>
                <a:gd name="csX10" fmla="*/ 129940 w 219075"/>
                <a:gd name="csY10" fmla="*/ 256851 h 257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19075" h="257175">
                  <a:moveTo>
                    <a:pt x="129940" y="256851"/>
                  </a:moveTo>
                  <a:cubicBezTo>
                    <a:pt x="167658" y="256851"/>
                    <a:pt x="196901" y="244878"/>
                    <a:pt x="218046" y="229724"/>
                  </a:cubicBezTo>
                  <a:lnTo>
                    <a:pt x="184042" y="172307"/>
                  </a:lnTo>
                  <a:cubicBezTo>
                    <a:pt x="167658" y="183928"/>
                    <a:pt x="152705" y="190976"/>
                    <a:pt x="131940" y="190976"/>
                  </a:cubicBezTo>
                  <a:cubicBezTo>
                    <a:pt x="96888" y="190976"/>
                    <a:pt x="66980" y="169135"/>
                    <a:pt x="66980" y="128264"/>
                  </a:cubicBezTo>
                  <a:cubicBezTo>
                    <a:pt x="66980" y="87401"/>
                    <a:pt x="96888" y="65561"/>
                    <a:pt x="131940" y="65561"/>
                  </a:cubicBezTo>
                  <a:cubicBezTo>
                    <a:pt x="152705" y="65561"/>
                    <a:pt x="167658" y="72609"/>
                    <a:pt x="184042" y="84230"/>
                  </a:cubicBezTo>
                  <a:lnTo>
                    <a:pt x="218046" y="26803"/>
                  </a:lnTo>
                  <a:cubicBezTo>
                    <a:pt x="196901" y="11658"/>
                    <a:pt x="167658" y="-324"/>
                    <a:pt x="129940" y="-324"/>
                  </a:cubicBezTo>
                  <a:cubicBezTo>
                    <a:pt x="56121" y="-324"/>
                    <a:pt x="-1029" y="46530"/>
                    <a:pt x="-1029" y="128264"/>
                  </a:cubicBezTo>
                  <a:cubicBezTo>
                    <a:pt x="-1029" y="209998"/>
                    <a:pt x="56121" y="256851"/>
                    <a:pt x="129940" y="2568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37D9848-08F6-2006-442E-9A6D2E7E3466}"/>
                </a:ext>
              </a:extLst>
            </p:cNvPr>
            <p:cNvSpPr/>
            <p:nvPr/>
          </p:nvSpPr>
          <p:spPr>
            <a:xfrm>
              <a:off x="9820275" y="3449965"/>
              <a:ext cx="1247775" cy="247650"/>
            </a:xfrm>
            <a:custGeom>
              <a:avLst/>
              <a:gdLst>
                <a:gd name="csX0" fmla="*/ 283769 w 1247775"/>
                <a:gd name="csY0" fmla="*/ 4762 h 247650"/>
                <a:gd name="csX1" fmla="*/ 74314 w 1247775"/>
                <a:gd name="csY1" fmla="*/ 4762 h 247650"/>
                <a:gd name="csX2" fmla="*/ 41261 w 1247775"/>
                <a:gd name="csY2" fmla="*/ 173374 h 247650"/>
                <a:gd name="csX3" fmla="*/ 28594 w 1247775"/>
                <a:gd name="csY3" fmla="*/ 184223 h 247650"/>
                <a:gd name="csX4" fmla="*/ 10591 w 1247775"/>
                <a:gd name="csY4" fmla="*/ 184223 h 247650"/>
                <a:gd name="csX5" fmla="*/ -1029 w 1247775"/>
                <a:gd name="csY5" fmla="*/ 243259 h 247650"/>
                <a:gd name="csX6" fmla="*/ 24212 w 1247775"/>
                <a:gd name="csY6" fmla="*/ 243259 h 247650"/>
                <a:gd name="csX7" fmla="*/ 104698 w 1247775"/>
                <a:gd name="csY7" fmla="*/ 181175 h 247650"/>
                <a:gd name="csX8" fmla="*/ 127559 w 1247775"/>
                <a:gd name="csY8" fmla="*/ 63789 h 247650"/>
                <a:gd name="csX9" fmla="*/ 207378 w 1247775"/>
                <a:gd name="csY9" fmla="*/ 63789 h 247650"/>
                <a:gd name="csX10" fmla="*/ 172612 w 1247775"/>
                <a:gd name="csY10" fmla="*/ 242240 h 247650"/>
                <a:gd name="csX11" fmla="*/ 237382 w 1247775"/>
                <a:gd name="csY11" fmla="*/ 242240 h 247650"/>
                <a:gd name="csX12" fmla="*/ 461790 w 1247775"/>
                <a:gd name="csY12" fmla="*/ 63789 h 247650"/>
                <a:gd name="csX13" fmla="*/ 473412 w 1247775"/>
                <a:gd name="csY13" fmla="*/ 4762 h 247650"/>
                <a:gd name="csX14" fmla="*/ 321297 w 1247775"/>
                <a:gd name="csY14" fmla="*/ 4762 h 247650"/>
                <a:gd name="csX15" fmla="*/ 274910 w 1247775"/>
                <a:gd name="csY15" fmla="*/ 242240 h 247650"/>
                <a:gd name="csX16" fmla="*/ 432168 w 1247775"/>
                <a:gd name="csY16" fmla="*/ 242240 h 247650"/>
                <a:gd name="csX17" fmla="*/ 443788 w 1247775"/>
                <a:gd name="csY17" fmla="*/ 183204 h 247650"/>
                <a:gd name="csX18" fmla="*/ 351301 w 1247775"/>
                <a:gd name="csY18" fmla="*/ 183204 h 247650"/>
                <a:gd name="csX19" fmla="*/ 358158 w 1247775"/>
                <a:gd name="csY19" fmla="*/ 147923 h 247650"/>
                <a:gd name="csX20" fmla="*/ 434930 w 1247775"/>
                <a:gd name="csY20" fmla="*/ 147923 h 247650"/>
                <a:gd name="csX21" fmla="*/ 445789 w 1247775"/>
                <a:gd name="csY21" fmla="*/ 91945 h 247650"/>
                <a:gd name="csX22" fmla="*/ 369017 w 1247775"/>
                <a:gd name="csY22" fmla="*/ 91945 h 247650"/>
                <a:gd name="csX23" fmla="*/ 374542 w 1247775"/>
                <a:gd name="csY23" fmla="*/ 63789 h 247650"/>
                <a:gd name="csX24" fmla="*/ 626287 w 1247775"/>
                <a:gd name="csY24" fmla="*/ 117396 h 247650"/>
                <a:gd name="csX25" fmla="*/ 626287 w 1247775"/>
                <a:gd name="csY25" fmla="*/ 116710 h 247650"/>
                <a:gd name="csX26" fmla="*/ 679152 w 1247775"/>
                <a:gd name="csY26" fmla="*/ 57341 h 247650"/>
                <a:gd name="csX27" fmla="*/ 605808 w 1247775"/>
                <a:gd name="csY27" fmla="*/ 4762 h 247650"/>
                <a:gd name="csX28" fmla="*/ 507511 w 1247775"/>
                <a:gd name="csY28" fmla="*/ 4762 h 247650"/>
                <a:gd name="csX29" fmla="*/ 461124 w 1247775"/>
                <a:gd name="csY29" fmla="*/ 242240 h 247650"/>
                <a:gd name="csX30" fmla="*/ 566565 w 1247775"/>
                <a:gd name="csY30" fmla="*/ 242240 h 247650"/>
                <a:gd name="csX31" fmla="*/ 667150 w 1247775"/>
                <a:gd name="csY31" fmla="*/ 169297 h 247650"/>
                <a:gd name="csX32" fmla="*/ 626287 w 1247775"/>
                <a:gd name="csY32" fmla="*/ 117396 h 247650"/>
                <a:gd name="csX33" fmla="*/ 583234 w 1247775"/>
                <a:gd name="csY33" fmla="*/ 99069 h 247650"/>
                <a:gd name="csX34" fmla="*/ 553898 w 1247775"/>
                <a:gd name="csY34" fmla="*/ 99069 h 247650"/>
                <a:gd name="csX35" fmla="*/ 562089 w 1247775"/>
                <a:gd name="csY35" fmla="*/ 58026 h 247650"/>
                <a:gd name="csX36" fmla="*/ 588092 w 1247775"/>
                <a:gd name="csY36" fmla="*/ 58026 h 247650"/>
                <a:gd name="csX37" fmla="*/ 613620 w 1247775"/>
                <a:gd name="csY37" fmla="*/ 76686 h 247650"/>
                <a:gd name="csX38" fmla="*/ 583234 w 1247775"/>
                <a:gd name="csY38" fmla="*/ 99069 h 247650"/>
                <a:gd name="csX39" fmla="*/ 567233 w 1247775"/>
                <a:gd name="csY39" fmla="*/ 188976 h 247650"/>
                <a:gd name="csX40" fmla="*/ 536561 w 1247775"/>
                <a:gd name="csY40" fmla="*/ 188976 h 247650"/>
                <a:gd name="csX41" fmla="*/ 545420 w 1247775"/>
                <a:gd name="csY41" fmla="*/ 143513 h 247650"/>
                <a:gd name="csX42" fmla="*/ 571995 w 1247775"/>
                <a:gd name="csY42" fmla="*/ 143513 h 247650"/>
                <a:gd name="csX43" fmla="*/ 601999 w 1247775"/>
                <a:gd name="csY43" fmla="*/ 163525 h 247650"/>
                <a:gd name="csX44" fmla="*/ 567233 w 1247775"/>
                <a:gd name="csY44" fmla="*/ 188976 h 247650"/>
                <a:gd name="csX45" fmla="*/ 805643 w 1247775"/>
                <a:gd name="csY45" fmla="*/ 247326 h 247650"/>
                <a:gd name="csX46" fmla="*/ 943851 w 1247775"/>
                <a:gd name="csY46" fmla="*/ 112643 h 247650"/>
                <a:gd name="csX47" fmla="*/ 825074 w 1247775"/>
                <a:gd name="csY47" fmla="*/ -324 h 247650"/>
                <a:gd name="csX48" fmla="*/ 686962 w 1247775"/>
                <a:gd name="csY48" fmla="*/ 134350 h 247650"/>
                <a:gd name="csX49" fmla="*/ 805643 w 1247775"/>
                <a:gd name="csY49" fmla="*/ 247326 h 247650"/>
                <a:gd name="csX50" fmla="*/ 809739 w 1247775"/>
                <a:gd name="csY50" fmla="*/ 184566 h 247650"/>
                <a:gd name="csX51" fmla="*/ 753446 w 1247775"/>
                <a:gd name="csY51" fmla="*/ 131645 h 247650"/>
                <a:gd name="csX52" fmla="*/ 820979 w 1247775"/>
                <a:gd name="csY52" fmla="*/ 62436 h 247650"/>
                <a:gd name="csX53" fmla="*/ 877271 w 1247775"/>
                <a:gd name="csY53" fmla="*/ 115357 h 247650"/>
                <a:gd name="csX54" fmla="*/ 809739 w 1247775"/>
                <a:gd name="csY54" fmla="*/ 184566 h 247650"/>
                <a:gd name="csX55" fmla="*/ 1225887 w 1247775"/>
                <a:gd name="csY55" fmla="*/ 4762 h 247650"/>
                <a:gd name="csX56" fmla="*/ 1177785 w 1247775"/>
                <a:gd name="csY56" fmla="*/ 4762 h 247650"/>
                <a:gd name="csX57" fmla="*/ 1112634 w 1247775"/>
                <a:gd name="csY57" fmla="*/ 111623 h 247650"/>
                <a:gd name="csX58" fmla="*/ 1112348 w 1247775"/>
                <a:gd name="csY58" fmla="*/ 111623 h 247650"/>
                <a:gd name="csX59" fmla="*/ 1088155 w 1247775"/>
                <a:gd name="csY59" fmla="*/ 4762 h 247650"/>
                <a:gd name="csX60" fmla="*/ 1040054 w 1247775"/>
                <a:gd name="csY60" fmla="*/ 4762 h 247650"/>
                <a:gd name="csX61" fmla="*/ 926420 w 1247775"/>
                <a:gd name="csY61" fmla="*/ 242240 h 247650"/>
                <a:gd name="csX62" fmla="*/ 996333 w 1247775"/>
                <a:gd name="csY62" fmla="*/ 242240 h 247650"/>
                <a:gd name="csX63" fmla="*/ 1053008 w 1247775"/>
                <a:gd name="csY63" fmla="*/ 120444 h 247650"/>
                <a:gd name="csX64" fmla="*/ 1053674 w 1247775"/>
                <a:gd name="csY64" fmla="*/ 120444 h 247650"/>
                <a:gd name="csX65" fmla="*/ 1076153 w 1247775"/>
                <a:gd name="csY65" fmla="*/ 210007 h 247650"/>
                <a:gd name="csX66" fmla="*/ 1118159 w 1247775"/>
                <a:gd name="csY66" fmla="*/ 210007 h 247650"/>
                <a:gd name="csX67" fmla="*/ 1174070 w 1247775"/>
                <a:gd name="csY67" fmla="*/ 120444 h 247650"/>
                <a:gd name="csX68" fmla="*/ 1174737 w 1247775"/>
                <a:gd name="csY68" fmla="*/ 120444 h 247650"/>
                <a:gd name="csX69" fmla="*/ 1185024 w 1247775"/>
                <a:gd name="csY69" fmla="*/ 242240 h 247650"/>
                <a:gd name="csX70" fmla="*/ 1246746 w 1247775"/>
                <a:gd name="csY70" fmla="*/ 242240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</a:cxnLst>
              <a:rect l="l" t="t" r="r" b="b"/>
              <a:pathLst>
                <a:path w="1247775" h="247650">
                  <a:moveTo>
                    <a:pt x="283769" y="4762"/>
                  </a:moveTo>
                  <a:lnTo>
                    <a:pt x="74314" y="4762"/>
                  </a:lnTo>
                  <a:lnTo>
                    <a:pt x="41261" y="173374"/>
                  </a:lnTo>
                  <a:cubicBezTo>
                    <a:pt x="40214" y="178794"/>
                    <a:pt x="34404" y="184223"/>
                    <a:pt x="28594" y="184223"/>
                  </a:cubicBezTo>
                  <a:lnTo>
                    <a:pt x="10591" y="184223"/>
                  </a:lnTo>
                  <a:lnTo>
                    <a:pt x="-1029" y="243259"/>
                  </a:lnTo>
                  <a:lnTo>
                    <a:pt x="24212" y="243259"/>
                  </a:lnTo>
                  <a:cubicBezTo>
                    <a:pt x="70218" y="243259"/>
                    <a:pt x="96126" y="224256"/>
                    <a:pt x="104698" y="181175"/>
                  </a:cubicBezTo>
                  <a:lnTo>
                    <a:pt x="127559" y="63789"/>
                  </a:lnTo>
                  <a:lnTo>
                    <a:pt x="207378" y="63789"/>
                  </a:lnTo>
                  <a:lnTo>
                    <a:pt x="172612" y="242240"/>
                  </a:lnTo>
                  <a:lnTo>
                    <a:pt x="237382" y="242240"/>
                  </a:lnTo>
                  <a:close/>
                  <a:moveTo>
                    <a:pt x="461790" y="63789"/>
                  </a:moveTo>
                  <a:lnTo>
                    <a:pt x="473412" y="4762"/>
                  </a:lnTo>
                  <a:lnTo>
                    <a:pt x="321297" y="4762"/>
                  </a:lnTo>
                  <a:lnTo>
                    <a:pt x="274910" y="242240"/>
                  </a:lnTo>
                  <a:lnTo>
                    <a:pt x="432168" y="242240"/>
                  </a:lnTo>
                  <a:lnTo>
                    <a:pt x="443788" y="183204"/>
                  </a:lnTo>
                  <a:lnTo>
                    <a:pt x="351301" y="183204"/>
                  </a:lnTo>
                  <a:lnTo>
                    <a:pt x="358158" y="147923"/>
                  </a:lnTo>
                  <a:lnTo>
                    <a:pt x="434930" y="147923"/>
                  </a:lnTo>
                  <a:lnTo>
                    <a:pt x="445789" y="91945"/>
                  </a:lnTo>
                  <a:lnTo>
                    <a:pt x="369017" y="91945"/>
                  </a:lnTo>
                  <a:lnTo>
                    <a:pt x="374542" y="63789"/>
                  </a:lnTo>
                  <a:close/>
                  <a:moveTo>
                    <a:pt x="626287" y="117396"/>
                  </a:moveTo>
                  <a:lnTo>
                    <a:pt x="626287" y="116710"/>
                  </a:lnTo>
                  <a:cubicBezTo>
                    <a:pt x="661054" y="107213"/>
                    <a:pt x="679152" y="86525"/>
                    <a:pt x="679152" y="57341"/>
                  </a:cubicBezTo>
                  <a:cubicBezTo>
                    <a:pt x="679152" y="20707"/>
                    <a:pt x="650100" y="4762"/>
                    <a:pt x="605808" y="4762"/>
                  </a:cubicBezTo>
                  <a:lnTo>
                    <a:pt x="507511" y="4762"/>
                  </a:lnTo>
                  <a:lnTo>
                    <a:pt x="461124" y="242240"/>
                  </a:lnTo>
                  <a:lnTo>
                    <a:pt x="566565" y="242240"/>
                  </a:lnTo>
                  <a:cubicBezTo>
                    <a:pt x="620763" y="242240"/>
                    <a:pt x="667150" y="222218"/>
                    <a:pt x="667150" y="169297"/>
                  </a:cubicBezTo>
                  <a:cubicBezTo>
                    <a:pt x="667150" y="135379"/>
                    <a:pt x="648100" y="121805"/>
                    <a:pt x="626287" y="117396"/>
                  </a:cubicBezTo>
                  <a:close/>
                  <a:moveTo>
                    <a:pt x="583234" y="99069"/>
                  </a:moveTo>
                  <a:lnTo>
                    <a:pt x="553898" y="99069"/>
                  </a:lnTo>
                  <a:lnTo>
                    <a:pt x="562089" y="58026"/>
                  </a:lnTo>
                  <a:lnTo>
                    <a:pt x="588092" y="58026"/>
                  </a:lnTo>
                  <a:cubicBezTo>
                    <a:pt x="603047" y="58026"/>
                    <a:pt x="613620" y="63789"/>
                    <a:pt x="613620" y="76686"/>
                  </a:cubicBezTo>
                  <a:cubicBezTo>
                    <a:pt x="613620" y="88220"/>
                    <a:pt x="605428" y="99069"/>
                    <a:pt x="583234" y="99069"/>
                  </a:cubicBezTo>
                  <a:close/>
                  <a:moveTo>
                    <a:pt x="567233" y="188976"/>
                  </a:moveTo>
                  <a:lnTo>
                    <a:pt x="536561" y="188976"/>
                  </a:lnTo>
                  <a:lnTo>
                    <a:pt x="545420" y="143513"/>
                  </a:lnTo>
                  <a:lnTo>
                    <a:pt x="571995" y="143513"/>
                  </a:lnTo>
                  <a:cubicBezTo>
                    <a:pt x="591807" y="143513"/>
                    <a:pt x="601999" y="148609"/>
                    <a:pt x="601999" y="163525"/>
                  </a:cubicBezTo>
                  <a:cubicBezTo>
                    <a:pt x="601999" y="177441"/>
                    <a:pt x="592855" y="188976"/>
                    <a:pt x="567233" y="188976"/>
                  </a:cubicBezTo>
                  <a:close/>
                  <a:moveTo>
                    <a:pt x="805643" y="247326"/>
                  </a:moveTo>
                  <a:cubicBezTo>
                    <a:pt x="888892" y="247326"/>
                    <a:pt x="943851" y="186938"/>
                    <a:pt x="943851" y="112643"/>
                  </a:cubicBezTo>
                  <a:cubicBezTo>
                    <a:pt x="943851" y="43100"/>
                    <a:pt x="895750" y="-324"/>
                    <a:pt x="825074" y="-324"/>
                  </a:cubicBezTo>
                  <a:cubicBezTo>
                    <a:pt x="741921" y="-324"/>
                    <a:pt x="686962" y="60064"/>
                    <a:pt x="686962" y="134350"/>
                  </a:cubicBezTo>
                  <a:cubicBezTo>
                    <a:pt x="686962" y="203902"/>
                    <a:pt x="735063" y="247326"/>
                    <a:pt x="805643" y="247326"/>
                  </a:cubicBezTo>
                  <a:close/>
                  <a:moveTo>
                    <a:pt x="809739" y="184566"/>
                  </a:moveTo>
                  <a:cubicBezTo>
                    <a:pt x="773639" y="184566"/>
                    <a:pt x="753446" y="163525"/>
                    <a:pt x="753446" y="131645"/>
                  </a:cubicBezTo>
                  <a:cubicBezTo>
                    <a:pt x="753446" y="100765"/>
                    <a:pt x="772591" y="62436"/>
                    <a:pt x="820979" y="62436"/>
                  </a:cubicBezTo>
                  <a:cubicBezTo>
                    <a:pt x="857173" y="62436"/>
                    <a:pt x="877271" y="83467"/>
                    <a:pt x="877271" y="115357"/>
                  </a:cubicBezTo>
                  <a:cubicBezTo>
                    <a:pt x="877271" y="146228"/>
                    <a:pt x="858221" y="184566"/>
                    <a:pt x="809739" y="184566"/>
                  </a:cubicBezTo>
                  <a:close/>
                  <a:moveTo>
                    <a:pt x="1225887" y="4762"/>
                  </a:moveTo>
                  <a:lnTo>
                    <a:pt x="1177785" y="4762"/>
                  </a:lnTo>
                  <a:lnTo>
                    <a:pt x="1112634" y="111623"/>
                  </a:lnTo>
                  <a:lnTo>
                    <a:pt x="1112348" y="111623"/>
                  </a:lnTo>
                  <a:lnTo>
                    <a:pt x="1088155" y="4762"/>
                  </a:lnTo>
                  <a:lnTo>
                    <a:pt x="1040054" y="4762"/>
                  </a:lnTo>
                  <a:lnTo>
                    <a:pt x="926420" y="242240"/>
                  </a:lnTo>
                  <a:lnTo>
                    <a:pt x="996333" y="242240"/>
                  </a:lnTo>
                  <a:lnTo>
                    <a:pt x="1053008" y="120444"/>
                  </a:lnTo>
                  <a:lnTo>
                    <a:pt x="1053674" y="120444"/>
                  </a:lnTo>
                  <a:lnTo>
                    <a:pt x="1076153" y="210007"/>
                  </a:lnTo>
                  <a:lnTo>
                    <a:pt x="1118159" y="210007"/>
                  </a:lnTo>
                  <a:lnTo>
                    <a:pt x="1174070" y="120444"/>
                  </a:lnTo>
                  <a:lnTo>
                    <a:pt x="1174737" y="120444"/>
                  </a:lnTo>
                  <a:lnTo>
                    <a:pt x="1185024" y="242240"/>
                  </a:lnTo>
                  <a:lnTo>
                    <a:pt x="1246746" y="242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9459828-55AD-4A7C-94BE-62D4C175EC7B}"/>
                </a:ext>
              </a:extLst>
            </p:cNvPr>
            <p:cNvSpPr/>
            <p:nvPr/>
          </p:nvSpPr>
          <p:spPr>
            <a:xfrm>
              <a:off x="9839325" y="3802390"/>
              <a:ext cx="504825" cy="295275"/>
            </a:xfrm>
            <a:custGeom>
              <a:avLst/>
              <a:gdLst>
                <a:gd name="csX0" fmla="*/ 224333 w 504825"/>
                <a:gd name="csY0" fmla="*/ 195834 h 295275"/>
                <a:gd name="csX1" fmla="*/ 224333 w 504825"/>
                <a:gd name="csY1" fmla="*/ 4848 h 295275"/>
                <a:gd name="csX2" fmla="*/ 40118 w 504825"/>
                <a:gd name="csY2" fmla="*/ 4848 h 295275"/>
                <a:gd name="csX3" fmla="*/ 40118 w 504825"/>
                <a:gd name="csY3" fmla="*/ 121929 h 295275"/>
                <a:gd name="csX4" fmla="*/ 28880 w 504825"/>
                <a:gd name="csY4" fmla="*/ 195834 h 295275"/>
                <a:gd name="csX5" fmla="*/ -1029 w 504825"/>
                <a:gd name="csY5" fmla="*/ 195834 h 295275"/>
                <a:gd name="csX6" fmla="*/ -1029 w 504825"/>
                <a:gd name="csY6" fmla="*/ 294951 h 295275"/>
                <a:gd name="csX7" fmla="*/ 64217 w 504825"/>
                <a:gd name="csY7" fmla="*/ 294951 h 295275"/>
                <a:gd name="csX8" fmla="*/ 64217 w 504825"/>
                <a:gd name="csY8" fmla="*/ 251784 h 295275"/>
                <a:gd name="csX9" fmla="*/ 188328 w 504825"/>
                <a:gd name="csY9" fmla="*/ 251784 h 295275"/>
                <a:gd name="csX10" fmla="*/ 188328 w 504825"/>
                <a:gd name="csY10" fmla="*/ 294951 h 295275"/>
                <a:gd name="csX11" fmla="*/ 253574 w 504825"/>
                <a:gd name="csY11" fmla="*/ 294951 h 295275"/>
                <a:gd name="csX12" fmla="*/ 253574 w 504825"/>
                <a:gd name="csY12" fmla="*/ 195834 h 295275"/>
                <a:gd name="csX13" fmla="*/ 105366 w 504825"/>
                <a:gd name="csY13" fmla="*/ 122615 h 295275"/>
                <a:gd name="csX14" fmla="*/ 105366 w 504825"/>
                <a:gd name="csY14" fmla="*/ 64941 h 295275"/>
                <a:gd name="csX15" fmla="*/ 159087 w 504825"/>
                <a:gd name="csY15" fmla="*/ 64941 h 295275"/>
                <a:gd name="csX16" fmla="*/ 159087 w 504825"/>
                <a:gd name="csY16" fmla="*/ 195834 h 295275"/>
                <a:gd name="csX17" fmla="*/ 94793 w 504825"/>
                <a:gd name="csY17" fmla="*/ 195834 h 295275"/>
                <a:gd name="csX18" fmla="*/ 105366 w 504825"/>
                <a:gd name="csY18" fmla="*/ 122615 h 295275"/>
                <a:gd name="csX19" fmla="*/ 377018 w 504825"/>
                <a:gd name="csY19" fmla="*/ -324 h 295275"/>
                <a:gd name="csX20" fmla="*/ 250145 w 504825"/>
                <a:gd name="csY20" fmla="*/ 125730 h 295275"/>
                <a:gd name="csX21" fmla="*/ 377018 w 504825"/>
                <a:gd name="csY21" fmla="*/ 251784 h 295275"/>
                <a:gd name="csX22" fmla="*/ 503796 w 504825"/>
                <a:gd name="csY22" fmla="*/ 125730 h 295275"/>
                <a:gd name="csX23" fmla="*/ 377018 w 504825"/>
                <a:gd name="csY23" fmla="*/ -324 h 295275"/>
                <a:gd name="csX24" fmla="*/ 377018 w 504825"/>
                <a:gd name="csY24" fmla="*/ 65284 h 295275"/>
                <a:gd name="csX25" fmla="*/ 435787 w 504825"/>
                <a:gd name="csY25" fmla="*/ 125730 h 295275"/>
                <a:gd name="csX26" fmla="*/ 377018 w 504825"/>
                <a:gd name="csY26" fmla="*/ 186156 h 295275"/>
                <a:gd name="csX27" fmla="*/ 318154 w 504825"/>
                <a:gd name="csY27" fmla="*/ 125730 h 295275"/>
                <a:gd name="csX28" fmla="*/ 377018 w 504825"/>
                <a:gd name="csY28" fmla="*/ 65284 h 2952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504825" h="295275">
                  <a:moveTo>
                    <a:pt x="224333" y="195834"/>
                  </a:moveTo>
                  <a:lnTo>
                    <a:pt x="224333" y="4848"/>
                  </a:lnTo>
                  <a:lnTo>
                    <a:pt x="40118" y="4848"/>
                  </a:lnTo>
                  <a:lnTo>
                    <a:pt x="40118" y="121929"/>
                  </a:lnTo>
                  <a:cubicBezTo>
                    <a:pt x="40118" y="149209"/>
                    <a:pt x="36309" y="173040"/>
                    <a:pt x="28880" y="195834"/>
                  </a:cubicBezTo>
                  <a:lnTo>
                    <a:pt x="-1029" y="195834"/>
                  </a:lnTo>
                  <a:lnTo>
                    <a:pt x="-1029" y="294951"/>
                  </a:lnTo>
                  <a:lnTo>
                    <a:pt x="64217" y="294951"/>
                  </a:lnTo>
                  <a:lnTo>
                    <a:pt x="64217" y="251784"/>
                  </a:lnTo>
                  <a:lnTo>
                    <a:pt x="188328" y="251784"/>
                  </a:lnTo>
                  <a:lnTo>
                    <a:pt x="188328" y="294951"/>
                  </a:lnTo>
                  <a:lnTo>
                    <a:pt x="253574" y="294951"/>
                  </a:lnTo>
                  <a:lnTo>
                    <a:pt x="253574" y="195834"/>
                  </a:lnTo>
                  <a:close/>
                  <a:moveTo>
                    <a:pt x="105366" y="122615"/>
                  </a:moveTo>
                  <a:lnTo>
                    <a:pt x="105366" y="64941"/>
                  </a:lnTo>
                  <a:lnTo>
                    <a:pt x="159087" y="64941"/>
                  </a:lnTo>
                  <a:lnTo>
                    <a:pt x="159087" y="195834"/>
                  </a:lnTo>
                  <a:lnTo>
                    <a:pt x="94793" y="195834"/>
                  </a:lnTo>
                  <a:cubicBezTo>
                    <a:pt x="101937" y="173383"/>
                    <a:pt x="105366" y="149552"/>
                    <a:pt x="105366" y="122615"/>
                  </a:cubicBezTo>
                  <a:close/>
                  <a:moveTo>
                    <a:pt x="377018" y="-324"/>
                  </a:moveTo>
                  <a:cubicBezTo>
                    <a:pt x="306248" y="-324"/>
                    <a:pt x="250145" y="49749"/>
                    <a:pt x="250145" y="125730"/>
                  </a:cubicBezTo>
                  <a:cubicBezTo>
                    <a:pt x="250145" y="201701"/>
                    <a:pt x="306248" y="251784"/>
                    <a:pt x="377018" y="251784"/>
                  </a:cubicBezTo>
                  <a:cubicBezTo>
                    <a:pt x="447694" y="251784"/>
                    <a:pt x="503796" y="201701"/>
                    <a:pt x="503796" y="125730"/>
                  </a:cubicBezTo>
                  <a:cubicBezTo>
                    <a:pt x="503796" y="49749"/>
                    <a:pt x="447694" y="-324"/>
                    <a:pt x="377018" y="-324"/>
                  </a:cubicBezTo>
                  <a:close/>
                  <a:moveTo>
                    <a:pt x="377018" y="65284"/>
                  </a:moveTo>
                  <a:cubicBezTo>
                    <a:pt x="410641" y="65284"/>
                    <a:pt x="435787" y="88078"/>
                    <a:pt x="435787" y="125730"/>
                  </a:cubicBezTo>
                  <a:cubicBezTo>
                    <a:pt x="435787" y="163363"/>
                    <a:pt x="410641" y="186156"/>
                    <a:pt x="377018" y="186156"/>
                  </a:cubicBezTo>
                  <a:cubicBezTo>
                    <a:pt x="343300" y="186156"/>
                    <a:pt x="318154" y="163363"/>
                    <a:pt x="318154" y="125730"/>
                  </a:cubicBezTo>
                  <a:cubicBezTo>
                    <a:pt x="318154" y="88078"/>
                    <a:pt x="343300" y="65284"/>
                    <a:pt x="377018" y="652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3700A80-A544-2322-60CC-F2AB149F984B}"/>
                </a:ext>
              </a:extLst>
            </p:cNvPr>
            <p:cNvSpPr/>
            <p:nvPr/>
          </p:nvSpPr>
          <p:spPr>
            <a:xfrm>
              <a:off x="9848850" y="4164340"/>
              <a:ext cx="1428750" cy="285750"/>
            </a:xfrm>
            <a:custGeom>
              <a:avLst/>
              <a:gdLst>
                <a:gd name="csX0" fmla="*/ 211855 w 1428750"/>
                <a:gd name="csY0" fmla="*/ 4686 h 285750"/>
                <a:gd name="csX1" fmla="*/ -1029 w 1428750"/>
                <a:gd name="csY1" fmla="*/ 4686 h 285750"/>
                <a:gd name="csX2" fmla="*/ -1029 w 1428750"/>
                <a:gd name="csY2" fmla="*/ 238639 h 285750"/>
                <a:gd name="csX3" fmla="*/ 64312 w 1428750"/>
                <a:gd name="csY3" fmla="*/ 238639 h 285750"/>
                <a:gd name="csX4" fmla="*/ 64312 w 1428750"/>
                <a:gd name="csY4" fmla="*/ 62836 h 285750"/>
                <a:gd name="csX5" fmla="*/ 146513 w 1428750"/>
                <a:gd name="csY5" fmla="*/ 62836 h 285750"/>
                <a:gd name="csX6" fmla="*/ 146513 w 1428750"/>
                <a:gd name="csY6" fmla="*/ 238639 h 285750"/>
                <a:gd name="csX7" fmla="*/ 211855 w 1428750"/>
                <a:gd name="csY7" fmla="*/ 238639 h 285750"/>
                <a:gd name="csX8" fmla="*/ 364255 w 1428750"/>
                <a:gd name="csY8" fmla="*/ -324 h 285750"/>
                <a:gd name="csX9" fmla="*/ 235953 w 1428750"/>
                <a:gd name="csY9" fmla="*/ 121663 h 285750"/>
                <a:gd name="csX10" fmla="*/ 364255 w 1428750"/>
                <a:gd name="csY10" fmla="*/ 243649 h 285750"/>
                <a:gd name="csX11" fmla="*/ 492556 w 1428750"/>
                <a:gd name="csY11" fmla="*/ 121663 h 285750"/>
                <a:gd name="csX12" fmla="*/ 364255 w 1428750"/>
                <a:gd name="csY12" fmla="*/ -324 h 285750"/>
                <a:gd name="csX13" fmla="*/ 364255 w 1428750"/>
                <a:gd name="csY13" fmla="*/ 63170 h 285750"/>
                <a:gd name="csX14" fmla="*/ 423690 w 1428750"/>
                <a:gd name="csY14" fmla="*/ 121663 h 285750"/>
                <a:gd name="csX15" fmla="*/ 364255 w 1428750"/>
                <a:gd name="csY15" fmla="*/ 180146 h 285750"/>
                <a:gd name="csX16" fmla="*/ 304723 w 1428750"/>
                <a:gd name="csY16" fmla="*/ 121663 h 285750"/>
                <a:gd name="csX17" fmla="*/ 364255 w 1428750"/>
                <a:gd name="csY17" fmla="*/ 63170 h 285750"/>
                <a:gd name="csX18" fmla="*/ 617334 w 1428750"/>
                <a:gd name="csY18" fmla="*/ 80553 h 285750"/>
                <a:gd name="csX19" fmla="*/ 581901 w 1428750"/>
                <a:gd name="csY19" fmla="*/ 80553 h 285750"/>
                <a:gd name="csX20" fmla="*/ 581901 w 1428750"/>
                <a:gd name="csY20" fmla="*/ 58826 h 285750"/>
                <a:gd name="csX21" fmla="*/ 694773 w 1428750"/>
                <a:gd name="csY21" fmla="*/ 58826 h 285750"/>
                <a:gd name="csX22" fmla="*/ 694773 w 1428750"/>
                <a:gd name="csY22" fmla="*/ 4686 h 285750"/>
                <a:gd name="csX23" fmla="*/ 516559 w 1428750"/>
                <a:gd name="csY23" fmla="*/ 4686 h 285750"/>
                <a:gd name="csX24" fmla="*/ 516559 w 1428750"/>
                <a:gd name="csY24" fmla="*/ 238639 h 285750"/>
                <a:gd name="csX25" fmla="*/ 617334 w 1428750"/>
                <a:gd name="csY25" fmla="*/ 238639 h 285750"/>
                <a:gd name="csX26" fmla="*/ 708202 w 1428750"/>
                <a:gd name="csY26" fmla="*/ 159763 h 285750"/>
                <a:gd name="csX27" fmla="*/ 617334 w 1428750"/>
                <a:gd name="csY27" fmla="*/ 80553 h 285750"/>
                <a:gd name="csX28" fmla="*/ 612572 w 1428750"/>
                <a:gd name="csY28" fmla="*/ 184490 h 285750"/>
                <a:gd name="csX29" fmla="*/ 581901 w 1428750"/>
                <a:gd name="csY29" fmla="*/ 184490 h 285750"/>
                <a:gd name="csX30" fmla="*/ 581901 w 1428750"/>
                <a:gd name="csY30" fmla="*/ 134693 h 285750"/>
                <a:gd name="csX31" fmla="*/ 612572 w 1428750"/>
                <a:gd name="csY31" fmla="*/ 134693 h 285750"/>
                <a:gd name="csX32" fmla="*/ 640766 w 1428750"/>
                <a:gd name="csY32" fmla="*/ 159763 h 285750"/>
                <a:gd name="csX33" fmla="*/ 612572 w 1428750"/>
                <a:gd name="csY33" fmla="*/ 184490 h 285750"/>
                <a:gd name="csX34" fmla="*/ 799357 w 1428750"/>
                <a:gd name="csY34" fmla="*/ 180480 h 285750"/>
                <a:gd name="csX35" fmla="*/ 799357 w 1428750"/>
                <a:gd name="csY35" fmla="*/ 145723 h 285750"/>
                <a:gd name="csX36" fmla="*/ 876700 w 1428750"/>
                <a:gd name="csY36" fmla="*/ 145723 h 285750"/>
                <a:gd name="csX37" fmla="*/ 876700 w 1428750"/>
                <a:gd name="csY37" fmla="*/ 90583 h 285750"/>
                <a:gd name="csX38" fmla="*/ 799357 w 1428750"/>
                <a:gd name="csY38" fmla="*/ 90583 h 285750"/>
                <a:gd name="csX39" fmla="*/ 799357 w 1428750"/>
                <a:gd name="csY39" fmla="*/ 62836 h 285750"/>
                <a:gd name="csX40" fmla="*/ 887368 w 1428750"/>
                <a:gd name="csY40" fmla="*/ 62836 h 285750"/>
                <a:gd name="csX41" fmla="*/ 887368 w 1428750"/>
                <a:gd name="csY41" fmla="*/ 4686 h 285750"/>
                <a:gd name="csX42" fmla="*/ 733920 w 1428750"/>
                <a:gd name="csY42" fmla="*/ 4686 h 285750"/>
                <a:gd name="csX43" fmla="*/ 733920 w 1428750"/>
                <a:gd name="csY43" fmla="*/ 238639 h 285750"/>
                <a:gd name="csX44" fmla="*/ 892512 w 1428750"/>
                <a:gd name="csY44" fmla="*/ 238639 h 285750"/>
                <a:gd name="csX45" fmla="*/ 892512 w 1428750"/>
                <a:gd name="csY45" fmla="*/ 180480 h 285750"/>
                <a:gd name="csX46" fmla="*/ 1132637 w 1428750"/>
                <a:gd name="csY46" fmla="*/ 189509 h 285750"/>
                <a:gd name="csX47" fmla="*/ 1132637 w 1428750"/>
                <a:gd name="csY47" fmla="*/ 4686 h 285750"/>
                <a:gd name="csX48" fmla="*/ 946136 w 1428750"/>
                <a:gd name="csY48" fmla="*/ 4686 h 285750"/>
                <a:gd name="csX49" fmla="*/ 946136 w 1428750"/>
                <a:gd name="csY49" fmla="*/ 117986 h 285750"/>
                <a:gd name="csX50" fmla="*/ 934802 w 1428750"/>
                <a:gd name="csY50" fmla="*/ 189509 h 285750"/>
                <a:gd name="csX51" fmla="*/ 904608 w 1428750"/>
                <a:gd name="csY51" fmla="*/ 189509 h 285750"/>
                <a:gd name="csX52" fmla="*/ 904608 w 1428750"/>
                <a:gd name="csY52" fmla="*/ 285426 h 285750"/>
                <a:gd name="csX53" fmla="*/ 970616 w 1428750"/>
                <a:gd name="csY53" fmla="*/ 285426 h 285750"/>
                <a:gd name="csX54" fmla="*/ 970616 w 1428750"/>
                <a:gd name="csY54" fmla="*/ 243649 h 285750"/>
                <a:gd name="csX55" fmla="*/ 1096155 w 1428750"/>
                <a:gd name="csY55" fmla="*/ 243649 h 285750"/>
                <a:gd name="csX56" fmla="*/ 1096155 w 1428750"/>
                <a:gd name="csY56" fmla="*/ 285426 h 285750"/>
                <a:gd name="csX57" fmla="*/ 1162164 w 1428750"/>
                <a:gd name="csY57" fmla="*/ 285426 h 285750"/>
                <a:gd name="csX58" fmla="*/ 1162164 w 1428750"/>
                <a:gd name="csY58" fmla="*/ 189509 h 285750"/>
                <a:gd name="csX59" fmla="*/ 1012241 w 1428750"/>
                <a:gd name="csY59" fmla="*/ 118653 h 285750"/>
                <a:gd name="csX60" fmla="*/ 1012241 w 1428750"/>
                <a:gd name="csY60" fmla="*/ 62836 h 285750"/>
                <a:gd name="csX61" fmla="*/ 1066533 w 1428750"/>
                <a:gd name="csY61" fmla="*/ 62836 h 285750"/>
                <a:gd name="csX62" fmla="*/ 1066533 w 1428750"/>
                <a:gd name="csY62" fmla="*/ 189509 h 285750"/>
                <a:gd name="csX63" fmla="*/ 1001573 w 1428750"/>
                <a:gd name="csY63" fmla="*/ 189509 h 285750"/>
                <a:gd name="csX64" fmla="*/ 1012241 w 1428750"/>
                <a:gd name="csY64" fmla="*/ 118653 h 285750"/>
                <a:gd name="csX65" fmla="*/ 1248175 w 1428750"/>
                <a:gd name="csY65" fmla="*/ 180480 h 285750"/>
                <a:gd name="csX66" fmla="*/ 1248175 w 1428750"/>
                <a:gd name="csY66" fmla="*/ 145723 h 285750"/>
                <a:gd name="csX67" fmla="*/ 1325518 w 1428750"/>
                <a:gd name="csY67" fmla="*/ 145723 h 285750"/>
                <a:gd name="csX68" fmla="*/ 1325518 w 1428750"/>
                <a:gd name="csY68" fmla="*/ 90583 h 285750"/>
                <a:gd name="csX69" fmla="*/ 1248175 w 1428750"/>
                <a:gd name="csY69" fmla="*/ 90583 h 285750"/>
                <a:gd name="csX70" fmla="*/ 1248175 w 1428750"/>
                <a:gd name="csY70" fmla="*/ 62836 h 285750"/>
                <a:gd name="csX71" fmla="*/ 1336186 w 1428750"/>
                <a:gd name="csY71" fmla="*/ 62836 h 285750"/>
                <a:gd name="csX72" fmla="*/ 1336186 w 1428750"/>
                <a:gd name="csY72" fmla="*/ 4686 h 285750"/>
                <a:gd name="csX73" fmla="*/ 1182834 w 1428750"/>
                <a:gd name="csY73" fmla="*/ 4686 h 285750"/>
                <a:gd name="csX74" fmla="*/ 1182834 w 1428750"/>
                <a:gd name="csY74" fmla="*/ 238639 h 285750"/>
                <a:gd name="csX75" fmla="*/ 1341330 w 1428750"/>
                <a:gd name="csY75" fmla="*/ 238639 h 285750"/>
                <a:gd name="csX76" fmla="*/ 1341330 w 1428750"/>
                <a:gd name="csY76" fmla="*/ 180480 h 285750"/>
                <a:gd name="csX77" fmla="*/ 1427721 w 1428750"/>
                <a:gd name="csY77" fmla="*/ 175803 h 285750"/>
                <a:gd name="csX78" fmla="*/ 1363713 w 1428750"/>
                <a:gd name="csY78" fmla="*/ 175803 h 285750"/>
                <a:gd name="csX79" fmla="*/ 1363713 w 1428750"/>
                <a:gd name="csY79" fmla="*/ 238639 h 285750"/>
                <a:gd name="csX80" fmla="*/ 1427721 w 1428750"/>
                <a:gd name="csY80" fmla="*/ 238639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</a:cxnLst>
              <a:rect l="l" t="t" r="r" b="b"/>
              <a:pathLst>
                <a:path w="1428750" h="285750">
                  <a:moveTo>
                    <a:pt x="211855" y="4686"/>
                  </a:moveTo>
                  <a:lnTo>
                    <a:pt x="-1029" y="4686"/>
                  </a:lnTo>
                  <a:lnTo>
                    <a:pt x="-1029" y="238639"/>
                  </a:lnTo>
                  <a:lnTo>
                    <a:pt x="64312" y="238639"/>
                  </a:lnTo>
                  <a:lnTo>
                    <a:pt x="64312" y="62836"/>
                  </a:lnTo>
                  <a:lnTo>
                    <a:pt x="146513" y="62836"/>
                  </a:lnTo>
                  <a:lnTo>
                    <a:pt x="146513" y="238639"/>
                  </a:lnTo>
                  <a:lnTo>
                    <a:pt x="211855" y="238639"/>
                  </a:lnTo>
                  <a:close/>
                  <a:moveTo>
                    <a:pt x="364255" y="-324"/>
                  </a:moveTo>
                  <a:cubicBezTo>
                    <a:pt x="292722" y="-324"/>
                    <a:pt x="235953" y="48130"/>
                    <a:pt x="235953" y="121663"/>
                  </a:cubicBezTo>
                  <a:cubicBezTo>
                    <a:pt x="235953" y="195186"/>
                    <a:pt x="292722" y="243649"/>
                    <a:pt x="364255" y="243649"/>
                  </a:cubicBezTo>
                  <a:cubicBezTo>
                    <a:pt x="435787" y="243649"/>
                    <a:pt x="492556" y="195186"/>
                    <a:pt x="492556" y="121663"/>
                  </a:cubicBezTo>
                  <a:cubicBezTo>
                    <a:pt x="492556" y="48130"/>
                    <a:pt x="435787" y="-324"/>
                    <a:pt x="364255" y="-324"/>
                  </a:cubicBezTo>
                  <a:close/>
                  <a:moveTo>
                    <a:pt x="364255" y="63170"/>
                  </a:moveTo>
                  <a:cubicBezTo>
                    <a:pt x="398259" y="63170"/>
                    <a:pt x="423690" y="85230"/>
                    <a:pt x="423690" y="121663"/>
                  </a:cubicBezTo>
                  <a:cubicBezTo>
                    <a:pt x="423690" y="158086"/>
                    <a:pt x="398259" y="180146"/>
                    <a:pt x="364255" y="180146"/>
                  </a:cubicBezTo>
                  <a:cubicBezTo>
                    <a:pt x="330155" y="180146"/>
                    <a:pt x="304723" y="158086"/>
                    <a:pt x="304723" y="121663"/>
                  </a:cubicBezTo>
                  <a:cubicBezTo>
                    <a:pt x="304723" y="85230"/>
                    <a:pt x="330155" y="63170"/>
                    <a:pt x="364255" y="63170"/>
                  </a:cubicBezTo>
                  <a:close/>
                  <a:moveTo>
                    <a:pt x="617334" y="80553"/>
                  </a:moveTo>
                  <a:lnTo>
                    <a:pt x="581901" y="80553"/>
                  </a:lnTo>
                  <a:lnTo>
                    <a:pt x="581901" y="58826"/>
                  </a:lnTo>
                  <a:lnTo>
                    <a:pt x="694773" y="58826"/>
                  </a:lnTo>
                  <a:lnTo>
                    <a:pt x="694773" y="4686"/>
                  </a:lnTo>
                  <a:lnTo>
                    <a:pt x="516559" y="4686"/>
                  </a:lnTo>
                  <a:lnTo>
                    <a:pt x="516559" y="238639"/>
                  </a:lnTo>
                  <a:lnTo>
                    <a:pt x="617334" y="238639"/>
                  </a:lnTo>
                  <a:cubicBezTo>
                    <a:pt x="668293" y="238639"/>
                    <a:pt x="708202" y="216579"/>
                    <a:pt x="708202" y="159763"/>
                  </a:cubicBezTo>
                  <a:cubicBezTo>
                    <a:pt x="708202" y="102613"/>
                    <a:pt x="668293" y="80553"/>
                    <a:pt x="617334" y="80553"/>
                  </a:cubicBezTo>
                  <a:close/>
                  <a:moveTo>
                    <a:pt x="612572" y="184490"/>
                  </a:moveTo>
                  <a:lnTo>
                    <a:pt x="581901" y="184490"/>
                  </a:lnTo>
                  <a:lnTo>
                    <a:pt x="581901" y="134693"/>
                  </a:lnTo>
                  <a:lnTo>
                    <a:pt x="612572" y="134693"/>
                  </a:lnTo>
                  <a:cubicBezTo>
                    <a:pt x="628002" y="134693"/>
                    <a:pt x="640766" y="141380"/>
                    <a:pt x="640766" y="159763"/>
                  </a:cubicBezTo>
                  <a:cubicBezTo>
                    <a:pt x="640766" y="177813"/>
                    <a:pt x="628002" y="184490"/>
                    <a:pt x="612572" y="184490"/>
                  </a:cubicBezTo>
                  <a:close/>
                  <a:moveTo>
                    <a:pt x="799357" y="180480"/>
                  </a:moveTo>
                  <a:lnTo>
                    <a:pt x="799357" y="145723"/>
                  </a:lnTo>
                  <a:lnTo>
                    <a:pt x="876700" y="145723"/>
                  </a:lnTo>
                  <a:lnTo>
                    <a:pt x="876700" y="90583"/>
                  </a:lnTo>
                  <a:lnTo>
                    <a:pt x="799357" y="90583"/>
                  </a:lnTo>
                  <a:lnTo>
                    <a:pt x="799357" y="62836"/>
                  </a:lnTo>
                  <a:lnTo>
                    <a:pt x="887368" y="62836"/>
                  </a:lnTo>
                  <a:lnTo>
                    <a:pt x="887368" y="4686"/>
                  </a:lnTo>
                  <a:lnTo>
                    <a:pt x="733920" y="4686"/>
                  </a:lnTo>
                  <a:lnTo>
                    <a:pt x="733920" y="238639"/>
                  </a:lnTo>
                  <a:lnTo>
                    <a:pt x="892512" y="238639"/>
                  </a:lnTo>
                  <a:lnTo>
                    <a:pt x="892512" y="180480"/>
                  </a:lnTo>
                  <a:close/>
                  <a:moveTo>
                    <a:pt x="1132637" y="189509"/>
                  </a:moveTo>
                  <a:lnTo>
                    <a:pt x="1132637" y="4686"/>
                  </a:lnTo>
                  <a:lnTo>
                    <a:pt x="946136" y="4686"/>
                  </a:lnTo>
                  <a:lnTo>
                    <a:pt x="946136" y="117986"/>
                  </a:lnTo>
                  <a:cubicBezTo>
                    <a:pt x="946136" y="144389"/>
                    <a:pt x="942423" y="167449"/>
                    <a:pt x="934802" y="189509"/>
                  </a:cubicBezTo>
                  <a:lnTo>
                    <a:pt x="904608" y="189509"/>
                  </a:lnTo>
                  <a:lnTo>
                    <a:pt x="904608" y="285426"/>
                  </a:lnTo>
                  <a:lnTo>
                    <a:pt x="970616" y="285426"/>
                  </a:lnTo>
                  <a:lnTo>
                    <a:pt x="970616" y="243649"/>
                  </a:lnTo>
                  <a:lnTo>
                    <a:pt x="1096155" y="243649"/>
                  </a:lnTo>
                  <a:lnTo>
                    <a:pt x="1096155" y="285426"/>
                  </a:lnTo>
                  <a:lnTo>
                    <a:pt x="1162164" y="285426"/>
                  </a:lnTo>
                  <a:lnTo>
                    <a:pt x="1162164" y="189509"/>
                  </a:lnTo>
                  <a:close/>
                  <a:moveTo>
                    <a:pt x="1012241" y="118653"/>
                  </a:moveTo>
                  <a:lnTo>
                    <a:pt x="1012241" y="62836"/>
                  </a:lnTo>
                  <a:lnTo>
                    <a:pt x="1066533" y="62836"/>
                  </a:lnTo>
                  <a:lnTo>
                    <a:pt x="1066533" y="189509"/>
                  </a:lnTo>
                  <a:lnTo>
                    <a:pt x="1001573" y="189509"/>
                  </a:lnTo>
                  <a:cubicBezTo>
                    <a:pt x="1008812" y="167783"/>
                    <a:pt x="1012241" y="144723"/>
                    <a:pt x="1012241" y="118653"/>
                  </a:cubicBezTo>
                  <a:close/>
                  <a:moveTo>
                    <a:pt x="1248175" y="180480"/>
                  </a:moveTo>
                  <a:lnTo>
                    <a:pt x="1248175" y="145723"/>
                  </a:lnTo>
                  <a:lnTo>
                    <a:pt x="1325518" y="145723"/>
                  </a:lnTo>
                  <a:lnTo>
                    <a:pt x="1325518" y="90583"/>
                  </a:lnTo>
                  <a:lnTo>
                    <a:pt x="1248175" y="90583"/>
                  </a:lnTo>
                  <a:lnTo>
                    <a:pt x="1248175" y="62836"/>
                  </a:lnTo>
                  <a:lnTo>
                    <a:pt x="1336186" y="62836"/>
                  </a:lnTo>
                  <a:lnTo>
                    <a:pt x="1336186" y="4686"/>
                  </a:lnTo>
                  <a:lnTo>
                    <a:pt x="1182834" y="4686"/>
                  </a:lnTo>
                  <a:lnTo>
                    <a:pt x="1182834" y="238639"/>
                  </a:lnTo>
                  <a:lnTo>
                    <a:pt x="1341330" y="238639"/>
                  </a:lnTo>
                  <a:lnTo>
                    <a:pt x="1341330" y="180480"/>
                  </a:lnTo>
                  <a:close/>
                  <a:moveTo>
                    <a:pt x="1427721" y="175803"/>
                  </a:moveTo>
                  <a:lnTo>
                    <a:pt x="1363713" y="175803"/>
                  </a:lnTo>
                  <a:lnTo>
                    <a:pt x="1363713" y="238639"/>
                  </a:lnTo>
                  <a:lnTo>
                    <a:pt x="1427721" y="23863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</p: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5DED02C7-19B6-6C3C-C61C-DFDF06070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7951" t="8890" b="15370"/>
          <a:stretch>
            <a:fillRect/>
          </a:stretch>
        </p:blipFill>
        <p:spPr>
          <a:xfrm>
            <a:off x="914400" y="2112415"/>
            <a:ext cx="4655608" cy="263317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5E5D6E57-EA4B-AA54-F2D1-A1BD32185D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4356" b="15797"/>
          <a:stretch>
            <a:fillRect/>
          </a:stretch>
        </p:blipFill>
        <p:spPr>
          <a:xfrm>
            <a:off x="914400" y="5047080"/>
            <a:ext cx="2869696" cy="87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5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STS</dc:creator>
  <cp:lastModifiedBy>STS</cp:lastModifiedBy>
  <cp:revision>1</cp:revision>
  <dcterms:created xsi:type="dcterms:W3CDTF">2026-03-16T11:12:07Z</dcterms:created>
  <dcterms:modified xsi:type="dcterms:W3CDTF">2026-03-16T11:12:11Z</dcterms:modified>
</cp:coreProperties>
</file>